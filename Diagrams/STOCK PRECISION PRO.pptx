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docProps/custom.xml" ContentType="application/vnd.openxmlformats-officedocument.custom-propertie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8288000" cy="10287000"/>
  <p:notesSz cx="18288000" cy="10287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9" d="100"/>
          <a:sy n="59" d="100"/>
        </p:scale>
        <p:origin x="-418" y="-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3/2/2024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395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bg1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3/2/2024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395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75707" y="2060846"/>
            <a:ext cx="7359015" cy="62928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50" b="0" i="0">
                <a:solidFill>
                  <a:schemeClr val="bg1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355358" y="2060846"/>
            <a:ext cx="7183119" cy="5845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50" b="0" i="0">
                <a:solidFill>
                  <a:schemeClr val="bg1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3/2/2024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028700" y="8000472"/>
            <a:ext cx="16230600" cy="0"/>
          </a:xfrm>
          <a:custGeom>
            <a:avLst/>
            <a:gdLst/>
            <a:ahLst/>
            <a:cxnLst/>
            <a:rect l="l" t="t" r="r" b="b"/>
            <a:pathLst>
              <a:path w="16230600">
                <a:moveTo>
                  <a:pt x="0" y="0"/>
                </a:moveTo>
                <a:lnTo>
                  <a:pt x="16230598" y="0"/>
                </a:lnTo>
              </a:path>
            </a:pathLst>
          </a:custGeom>
          <a:ln w="19049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0" y="1038225"/>
            <a:ext cx="18288000" cy="0"/>
          </a:xfrm>
          <a:custGeom>
            <a:avLst/>
            <a:gdLst/>
            <a:ahLst/>
            <a:cxnLst/>
            <a:rect l="l" t="t" r="r" b="b"/>
            <a:pathLst>
              <a:path w="18288000">
                <a:moveTo>
                  <a:pt x="0" y="0"/>
                </a:moveTo>
                <a:lnTo>
                  <a:pt x="18287998" y="0"/>
                </a:lnTo>
              </a:path>
            </a:pathLst>
          </a:custGeom>
          <a:ln w="9524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395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3/2/2024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3/2/2024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034711" y="3086799"/>
            <a:ext cx="6218577" cy="3943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95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656056" y="3123683"/>
            <a:ext cx="14975887" cy="44926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bg1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3/2/2024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028700" y="3869309"/>
            <a:ext cx="16230600" cy="0"/>
          </a:xfrm>
          <a:custGeom>
            <a:avLst/>
            <a:gdLst/>
            <a:ahLst/>
            <a:cxnLst/>
            <a:rect l="l" t="t" r="r" b="b"/>
            <a:pathLst>
              <a:path w="16230600">
                <a:moveTo>
                  <a:pt x="0" y="0"/>
                </a:moveTo>
                <a:lnTo>
                  <a:pt x="16230598" y="0"/>
                </a:lnTo>
              </a:path>
            </a:pathLst>
          </a:custGeom>
          <a:ln w="19049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8388" y="778339"/>
            <a:ext cx="2019299" cy="2009774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1031491" y="6166005"/>
            <a:ext cx="2890520" cy="3095625"/>
            <a:chOff x="1031491" y="6166005"/>
            <a:chExt cx="2890520" cy="3095625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31491" y="6166005"/>
              <a:ext cx="2890212" cy="309509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965423" y="6166005"/>
              <a:ext cx="1387475" cy="3073400"/>
            </a:xfrm>
            <a:custGeom>
              <a:avLst/>
              <a:gdLst/>
              <a:ahLst/>
              <a:cxnLst/>
              <a:rect l="l" t="t" r="r" b="b"/>
              <a:pathLst>
                <a:path w="1387475" h="3073400">
                  <a:moveTo>
                    <a:pt x="1327981" y="3072992"/>
                  </a:moveTo>
                  <a:lnTo>
                    <a:pt x="67090" y="146273"/>
                  </a:lnTo>
                  <a:lnTo>
                    <a:pt x="48386" y="141906"/>
                  </a:lnTo>
                  <a:lnTo>
                    <a:pt x="31330" y="132644"/>
                  </a:lnTo>
                  <a:lnTo>
                    <a:pt x="16954" y="118916"/>
                  </a:lnTo>
                  <a:lnTo>
                    <a:pt x="6291" y="101152"/>
                  </a:lnTo>
                  <a:lnTo>
                    <a:pt x="0" y="72574"/>
                  </a:lnTo>
                  <a:lnTo>
                    <a:pt x="4561" y="45057"/>
                  </a:lnTo>
                  <a:lnTo>
                    <a:pt x="18838" y="21677"/>
                  </a:lnTo>
                  <a:lnTo>
                    <a:pt x="41691" y="5510"/>
                  </a:lnTo>
                  <a:lnTo>
                    <a:pt x="69135" y="0"/>
                  </a:lnTo>
                  <a:lnTo>
                    <a:pt x="95930" y="5678"/>
                  </a:lnTo>
                  <a:lnTo>
                    <a:pt x="119060" y="21260"/>
                  </a:lnTo>
                  <a:lnTo>
                    <a:pt x="135506" y="45462"/>
                  </a:lnTo>
                  <a:lnTo>
                    <a:pt x="141093" y="65414"/>
                  </a:lnTo>
                  <a:lnTo>
                    <a:pt x="141196" y="85293"/>
                  </a:lnTo>
                  <a:lnTo>
                    <a:pt x="136213" y="104055"/>
                  </a:lnTo>
                  <a:lnTo>
                    <a:pt x="126540" y="120651"/>
                  </a:lnTo>
                  <a:lnTo>
                    <a:pt x="1387431" y="3047369"/>
                  </a:lnTo>
                  <a:lnTo>
                    <a:pt x="1327981" y="3072992"/>
                  </a:lnTo>
                  <a:close/>
                </a:path>
              </a:pathLst>
            </a:custGeom>
            <a:solidFill>
              <a:srgbClr val="1D1D4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03777" y="8052701"/>
              <a:ext cx="126014" cy="149587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2576160" y="7607693"/>
              <a:ext cx="296545" cy="223520"/>
            </a:xfrm>
            <a:custGeom>
              <a:avLst/>
              <a:gdLst/>
              <a:ahLst/>
              <a:cxnLst/>
              <a:rect l="l" t="t" r="r" b="b"/>
              <a:pathLst>
                <a:path w="296544" h="223520">
                  <a:moveTo>
                    <a:pt x="291303" y="223043"/>
                  </a:moveTo>
                  <a:lnTo>
                    <a:pt x="160047" y="165950"/>
                  </a:lnTo>
                  <a:lnTo>
                    <a:pt x="156643" y="166995"/>
                  </a:lnTo>
                  <a:lnTo>
                    <a:pt x="154776" y="167351"/>
                  </a:lnTo>
                  <a:lnTo>
                    <a:pt x="88768" y="151912"/>
                  </a:lnTo>
                  <a:lnTo>
                    <a:pt x="54383" y="128063"/>
                  </a:lnTo>
                  <a:lnTo>
                    <a:pt x="24658" y="96500"/>
                  </a:lnTo>
                  <a:lnTo>
                    <a:pt x="5518" y="62922"/>
                  </a:lnTo>
                  <a:lnTo>
                    <a:pt x="0" y="33576"/>
                  </a:lnTo>
                  <a:lnTo>
                    <a:pt x="7955" y="11567"/>
                  </a:lnTo>
                  <a:lnTo>
                    <a:pt x="29238" y="0"/>
                  </a:lnTo>
                  <a:lnTo>
                    <a:pt x="59312" y="1340"/>
                  </a:lnTo>
                  <a:lnTo>
                    <a:pt x="92979" y="14265"/>
                  </a:lnTo>
                  <a:lnTo>
                    <a:pt x="126449" y="36697"/>
                  </a:lnTo>
                  <a:lnTo>
                    <a:pt x="155933" y="66556"/>
                  </a:lnTo>
                  <a:lnTo>
                    <a:pt x="233959" y="95990"/>
                  </a:lnTo>
                  <a:lnTo>
                    <a:pt x="296249" y="129977"/>
                  </a:lnTo>
                  <a:lnTo>
                    <a:pt x="291303" y="223043"/>
                  </a:lnTo>
                  <a:close/>
                </a:path>
              </a:pathLst>
            </a:custGeom>
            <a:solidFill>
              <a:srgbClr val="E994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224228" y="7200593"/>
              <a:ext cx="203213" cy="157758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3254092" y="7197919"/>
              <a:ext cx="306070" cy="295275"/>
            </a:xfrm>
            <a:custGeom>
              <a:avLst/>
              <a:gdLst/>
              <a:ahLst/>
              <a:cxnLst/>
              <a:rect l="l" t="t" r="r" b="b"/>
              <a:pathLst>
                <a:path w="306070" h="295275">
                  <a:moveTo>
                    <a:pt x="158248" y="294651"/>
                  </a:moveTo>
                  <a:lnTo>
                    <a:pt x="113636" y="289900"/>
                  </a:lnTo>
                  <a:lnTo>
                    <a:pt x="72412" y="272871"/>
                  </a:lnTo>
                  <a:lnTo>
                    <a:pt x="38124" y="245037"/>
                  </a:lnTo>
                  <a:lnTo>
                    <a:pt x="13731" y="208790"/>
                  </a:lnTo>
                  <a:lnTo>
                    <a:pt x="1326" y="167255"/>
                  </a:lnTo>
                  <a:lnTo>
                    <a:pt x="0" y="145603"/>
                  </a:lnTo>
                  <a:lnTo>
                    <a:pt x="293" y="138383"/>
                  </a:lnTo>
                  <a:lnTo>
                    <a:pt x="9697" y="96067"/>
                  </a:lnTo>
                  <a:lnTo>
                    <a:pt x="31437" y="58168"/>
                  </a:lnTo>
                  <a:lnTo>
                    <a:pt x="63647" y="27954"/>
                  </a:lnTo>
                  <a:lnTo>
                    <a:pt x="103548" y="8021"/>
                  </a:lnTo>
                  <a:lnTo>
                    <a:pt x="147707" y="92"/>
                  </a:lnTo>
                  <a:lnTo>
                    <a:pt x="155225" y="0"/>
                  </a:lnTo>
                  <a:lnTo>
                    <a:pt x="162719" y="262"/>
                  </a:lnTo>
                  <a:lnTo>
                    <a:pt x="206621" y="9208"/>
                  </a:lnTo>
                  <a:lnTo>
                    <a:pt x="245904" y="30048"/>
                  </a:lnTo>
                  <a:lnTo>
                    <a:pt x="277183" y="60995"/>
                  </a:lnTo>
                  <a:lnTo>
                    <a:pt x="297768" y="99379"/>
                  </a:lnTo>
                  <a:lnTo>
                    <a:pt x="305880" y="141897"/>
                  </a:lnTo>
                  <a:lnTo>
                    <a:pt x="305955" y="149139"/>
                  </a:lnTo>
                  <a:lnTo>
                    <a:pt x="305662" y="156359"/>
                  </a:lnTo>
                  <a:lnTo>
                    <a:pt x="296258" y="198675"/>
                  </a:lnTo>
                  <a:lnTo>
                    <a:pt x="274518" y="236574"/>
                  </a:lnTo>
                  <a:lnTo>
                    <a:pt x="242308" y="266789"/>
                  </a:lnTo>
                  <a:lnTo>
                    <a:pt x="202407" y="286722"/>
                  </a:lnTo>
                  <a:lnTo>
                    <a:pt x="158248" y="294651"/>
                  </a:lnTo>
                  <a:close/>
                </a:path>
              </a:pathLst>
            </a:custGeom>
            <a:solidFill>
              <a:srgbClr val="1D1D4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216032" y="7266688"/>
              <a:ext cx="250216" cy="340016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2746512" y="7484031"/>
              <a:ext cx="916940" cy="720090"/>
            </a:xfrm>
            <a:custGeom>
              <a:avLst/>
              <a:gdLst/>
              <a:ahLst/>
              <a:cxnLst/>
              <a:rect l="l" t="t" r="r" b="b"/>
              <a:pathLst>
                <a:path w="916939" h="720090">
                  <a:moveTo>
                    <a:pt x="716814" y="719480"/>
                  </a:moveTo>
                  <a:lnTo>
                    <a:pt x="669042" y="719240"/>
                  </a:lnTo>
                  <a:lnTo>
                    <a:pt x="624569" y="712167"/>
                  </a:lnTo>
                  <a:lnTo>
                    <a:pt x="585921" y="698388"/>
                  </a:lnTo>
                  <a:lnTo>
                    <a:pt x="516188" y="357511"/>
                  </a:lnTo>
                  <a:lnTo>
                    <a:pt x="377054" y="400153"/>
                  </a:lnTo>
                  <a:lnTo>
                    <a:pt x="330447" y="410411"/>
                  </a:lnTo>
                  <a:lnTo>
                    <a:pt x="283102" y="413050"/>
                  </a:lnTo>
                  <a:lnTo>
                    <a:pt x="235943" y="408090"/>
                  </a:lnTo>
                  <a:lnTo>
                    <a:pt x="189896" y="395555"/>
                  </a:lnTo>
                  <a:lnTo>
                    <a:pt x="75438" y="354226"/>
                  </a:lnTo>
                  <a:lnTo>
                    <a:pt x="3885" y="330951"/>
                  </a:lnTo>
                  <a:lnTo>
                    <a:pt x="0" y="164015"/>
                  </a:lnTo>
                  <a:lnTo>
                    <a:pt x="148767" y="200031"/>
                  </a:lnTo>
                  <a:lnTo>
                    <a:pt x="192562" y="207284"/>
                  </a:lnTo>
                  <a:lnTo>
                    <a:pt x="236713" y="208065"/>
                  </a:lnTo>
                  <a:lnTo>
                    <a:pt x="280507" y="202414"/>
                  </a:lnTo>
                  <a:lnTo>
                    <a:pt x="323235" y="190370"/>
                  </a:lnTo>
                  <a:lnTo>
                    <a:pt x="578692" y="97658"/>
                  </a:lnTo>
                  <a:lnTo>
                    <a:pt x="584072" y="81082"/>
                  </a:lnTo>
                  <a:lnTo>
                    <a:pt x="588883" y="70586"/>
                  </a:lnTo>
                  <a:lnTo>
                    <a:pt x="738979" y="2266"/>
                  </a:lnTo>
                  <a:lnTo>
                    <a:pt x="754808" y="0"/>
                  </a:lnTo>
                  <a:lnTo>
                    <a:pt x="769547" y="4360"/>
                  </a:lnTo>
                  <a:lnTo>
                    <a:pt x="805234" y="75870"/>
                  </a:lnTo>
                  <a:lnTo>
                    <a:pt x="821413" y="123148"/>
                  </a:lnTo>
                  <a:lnTo>
                    <a:pt x="836506" y="170715"/>
                  </a:lnTo>
                  <a:lnTo>
                    <a:pt x="850472" y="218584"/>
                  </a:lnTo>
                  <a:lnTo>
                    <a:pt x="863271" y="266764"/>
                  </a:lnTo>
                  <a:lnTo>
                    <a:pt x="874863" y="315268"/>
                  </a:lnTo>
                  <a:lnTo>
                    <a:pt x="885206" y="364106"/>
                  </a:lnTo>
                  <a:lnTo>
                    <a:pt x="894260" y="413291"/>
                  </a:lnTo>
                  <a:lnTo>
                    <a:pt x="901985" y="462833"/>
                  </a:lnTo>
                  <a:lnTo>
                    <a:pt x="908339" y="512744"/>
                  </a:lnTo>
                  <a:lnTo>
                    <a:pt x="913283" y="563034"/>
                  </a:lnTo>
                  <a:lnTo>
                    <a:pt x="916776" y="613716"/>
                  </a:lnTo>
                  <a:lnTo>
                    <a:pt x="890388" y="649557"/>
                  </a:lnTo>
                  <a:lnTo>
                    <a:pt x="854672" y="677926"/>
                  </a:lnTo>
                  <a:lnTo>
                    <a:pt x="812155" y="698951"/>
                  </a:lnTo>
                  <a:lnTo>
                    <a:pt x="765360" y="712760"/>
                  </a:lnTo>
                  <a:lnTo>
                    <a:pt x="716814" y="719480"/>
                  </a:lnTo>
                  <a:close/>
                </a:path>
              </a:pathLst>
            </a:custGeom>
            <a:solidFill>
              <a:srgbClr val="A3C2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262363" y="7778076"/>
              <a:ext cx="194945" cy="274955"/>
            </a:xfrm>
            <a:custGeom>
              <a:avLst/>
              <a:gdLst/>
              <a:ahLst/>
              <a:cxnLst/>
              <a:rect l="l" t="t" r="r" b="b"/>
              <a:pathLst>
                <a:path w="194945" h="274954">
                  <a:moveTo>
                    <a:pt x="194602" y="0"/>
                  </a:moveTo>
                  <a:lnTo>
                    <a:pt x="0" y="64363"/>
                  </a:lnTo>
                  <a:lnTo>
                    <a:pt x="119646" y="274624"/>
                  </a:lnTo>
                  <a:lnTo>
                    <a:pt x="194602" y="0"/>
                  </a:lnTo>
                  <a:close/>
                </a:path>
              </a:pathLst>
            </a:custGeom>
            <a:solidFill>
              <a:srgbClr val="0074B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288349" y="8355367"/>
              <a:ext cx="237490" cy="360680"/>
            </a:xfrm>
            <a:custGeom>
              <a:avLst/>
              <a:gdLst/>
              <a:ahLst/>
              <a:cxnLst/>
              <a:rect l="l" t="t" r="r" b="b"/>
              <a:pathLst>
                <a:path w="237489" h="360679">
                  <a:moveTo>
                    <a:pt x="236931" y="219925"/>
                  </a:moveTo>
                  <a:lnTo>
                    <a:pt x="65519" y="0"/>
                  </a:lnTo>
                  <a:lnTo>
                    <a:pt x="0" y="360514"/>
                  </a:lnTo>
                  <a:lnTo>
                    <a:pt x="44361" y="342138"/>
                  </a:lnTo>
                  <a:lnTo>
                    <a:pt x="87718" y="322719"/>
                  </a:lnTo>
                  <a:lnTo>
                    <a:pt x="129349" y="301523"/>
                  </a:lnTo>
                  <a:lnTo>
                    <a:pt x="168579" y="277812"/>
                  </a:lnTo>
                  <a:lnTo>
                    <a:pt x="204673" y="250863"/>
                  </a:lnTo>
                  <a:lnTo>
                    <a:pt x="236931" y="219925"/>
                  </a:lnTo>
                  <a:close/>
                </a:path>
              </a:pathLst>
            </a:custGeom>
            <a:solidFill>
              <a:srgbClr val="1D1D4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789760" y="8311567"/>
              <a:ext cx="205318" cy="197497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2368553" y="8269259"/>
              <a:ext cx="524510" cy="327025"/>
            </a:xfrm>
            <a:custGeom>
              <a:avLst/>
              <a:gdLst/>
              <a:ahLst/>
              <a:cxnLst/>
              <a:rect l="l" t="t" r="r" b="b"/>
              <a:pathLst>
                <a:path w="524510" h="327025">
                  <a:moveTo>
                    <a:pt x="235368" y="326892"/>
                  </a:moveTo>
                  <a:lnTo>
                    <a:pt x="190683" y="326315"/>
                  </a:lnTo>
                  <a:lnTo>
                    <a:pt x="140217" y="293594"/>
                  </a:lnTo>
                  <a:lnTo>
                    <a:pt x="103380" y="261360"/>
                  </a:lnTo>
                  <a:lnTo>
                    <a:pt x="71288" y="226754"/>
                  </a:lnTo>
                  <a:lnTo>
                    <a:pt x="43594" y="189950"/>
                  </a:lnTo>
                  <a:lnTo>
                    <a:pt x="19947" y="151123"/>
                  </a:lnTo>
                  <a:lnTo>
                    <a:pt x="0" y="110446"/>
                  </a:lnTo>
                  <a:lnTo>
                    <a:pt x="116815" y="0"/>
                  </a:lnTo>
                  <a:lnTo>
                    <a:pt x="242651" y="149048"/>
                  </a:lnTo>
                  <a:lnTo>
                    <a:pt x="247871" y="153574"/>
                  </a:lnTo>
                  <a:lnTo>
                    <a:pt x="254359" y="156567"/>
                  </a:lnTo>
                  <a:lnTo>
                    <a:pt x="261636" y="157877"/>
                  </a:lnTo>
                  <a:lnTo>
                    <a:pt x="269221" y="157354"/>
                  </a:lnTo>
                  <a:lnTo>
                    <a:pt x="477725" y="116387"/>
                  </a:lnTo>
                  <a:lnTo>
                    <a:pt x="524067" y="206024"/>
                  </a:lnTo>
                  <a:lnTo>
                    <a:pt x="474774" y="233275"/>
                  </a:lnTo>
                  <a:lnTo>
                    <a:pt x="425612" y="259736"/>
                  </a:lnTo>
                  <a:lnTo>
                    <a:pt x="376836" y="283867"/>
                  </a:lnTo>
                  <a:lnTo>
                    <a:pt x="328700" y="304129"/>
                  </a:lnTo>
                  <a:lnTo>
                    <a:pt x="281459" y="318984"/>
                  </a:lnTo>
                  <a:lnTo>
                    <a:pt x="235368" y="326892"/>
                  </a:lnTo>
                  <a:close/>
                </a:path>
              </a:pathLst>
            </a:custGeom>
            <a:solidFill>
              <a:srgbClr val="99BA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>
            <a:spLocks noGrp="1"/>
          </p:cNvSpPr>
          <p:nvPr>
            <p:ph type="title"/>
          </p:nvPr>
        </p:nvSpPr>
        <p:spPr>
          <a:xfrm>
            <a:off x="4121760" y="444097"/>
            <a:ext cx="12272010" cy="3074670"/>
          </a:xfrm>
          <a:prstGeom prst="rect">
            <a:avLst/>
          </a:prstGeom>
        </p:spPr>
        <p:txBody>
          <a:bodyPr vert="horz" wrap="square" lIns="0" tIns="281940" rIns="0" bIns="0" rtlCol="0">
            <a:spAutoFit/>
          </a:bodyPr>
          <a:lstStyle/>
          <a:p>
            <a:pPr marL="4723130" marR="5080" indent="-4711065">
              <a:lnSpc>
                <a:spcPts val="10950"/>
              </a:lnSpc>
              <a:spcBef>
                <a:spcPts val="2220"/>
              </a:spcBef>
            </a:pPr>
            <a:r>
              <a:rPr sz="10850" spc="640" dirty="0"/>
              <a:t>STOCK</a:t>
            </a:r>
            <a:r>
              <a:rPr sz="10850" spc="-740" dirty="0"/>
              <a:t> </a:t>
            </a:r>
            <a:r>
              <a:rPr sz="10850" spc="570" dirty="0"/>
              <a:t>PRECISION </a:t>
            </a:r>
            <a:r>
              <a:rPr sz="10850" spc="-3254" dirty="0"/>
              <a:t> </a:t>
            </a:r>
            <a:r>
              <a:rPr sz="10850" spc="535" dirty="0"/>
              <a:t>PRO</a:t>
            </a:r>
            <a:endParaRPr sz="10850"/>
          </a:p>
        </p:txBody>
      </p:sp>
      <p:pic>
        <p:nvPicPr>
          <p:cNvPr id="19" name="object 1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141216" y="6144958"/>
            <a:ext cx="152400" cy="152399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141216" y="6745033"/>
            <a:ext cx="152400" cy="152399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141216" y="7345108"/>
            <a:ext cx="152400" cy="152399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141216" y="7945183"/>
            <a:ext cx="152400" cy="152399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141216" y="8545258"/>
            <a:ext cx="152400" cy="152399"/>
          </a:xfrm>
          <a:prstGeom prst="rect">
            <a:avLst/>
          </a:prstGeom>
        </p:spPr>
      </p:pic>
      <p:sp>
        <p:nvSpPr>
          <p:cNvPr id="24" name="object 24"/>
          <p:cNvSpPr txBox="1"/>
          <p:nvPr/>
        </p:nvSpPr>
        <p:spPr>
          <a:xfrm>
            <a:off x="7491061" y="4402709"/>
            <a:ext cx="8488680" cy="4460875"/>
          </a:xfrm>
          <a:prstGeom prst="rect">
            <a:avLst/>
          </a:prstGeom>
        </p:spPr>
        <p:txBody>
          <a:bodyPr vert="horz" wrap="square" lIns="0" tIns="101600" rIns="0" bIns="0" rtlCol="0">
            <a:spAutoFit/>
          </a:bodyPr>
          <a:lstStyle/>
          <a:p>
            <a:pPr marL="1463040" marR="603250" indent="-1136650">
              <a:lnSpc>
                <a:spcPts val="3379"/>
              </a:lnSpc>
              <a:spcBef>
                <a:spcPts val="800"/>
              </a:spcBef>
              <a:tabLst>
                <a:tab pos="4333875" algn="l"/>
              </a:tabLst>
            </a:pPr>
            <a:r>
              <a:rPr sz="3400" b="1" spc="145" dirty="0">
                <a:solidFill>
                  <a:srgbClr val="0986DE"/>
                </a:solidFill>
                <a:latin typeface="Trebuchet MS"/>
                <a:cs typeface="Trebuchet MS"/>
              </a:rPr>
              <a:t>C</a:t>
            </a:r>
            <a:r>
              <a:rPr sz="3400" b="1" spc="400" dirty="0">
                <a:solidFill>
                  <a:srgbClr val="0986DE"/>
                </a:solidFill>
                <a:latin typeface="Trebuchet MS"/>
                <a:cs typeface="Trebuchet MS"/>
              </a:rPr>
              <a:t> </a:t>
            </a:r>
            <a:r>
              <a:rPr sz="3400" b="1" spc="130" dirty="0">
                <a:solidFill>
                  <a:srgbClr val="0986DE"/>
                </a:solidFill>
                <a:latin typeface="Trebuchet MS"/>
                <a:cs typeface="Trebuchet MS"/>
              </a:rPr>
              <a:t>A</a:t>
            </a:r>
            <a:r>
              <a:rPr sz="3400" b="1" spc="405" dirty="0">
                <a:solidFill>
                  <a:srgbClr val="0986DE"/>
                </a:solidFill>
                <a:latin typeface="Trebuchet MS"/>
                <a:cs typeface="Trebuchet MS"/>
              </a:rPr>
              <a:t> </a:t>
            </a:r>
            <a:r>
              <a:rPr sz="3400" b="1" spc="114" dirty="0">
                <a:solidFill>
                  <a:srgbClr val="0986DE"/>
                </a:solidFill>
                <a:latin typeface="Trebuchet MS"/>
                <a:cs typeface="Trebuchet MS"/>
              </a:rPr>
              <a:t>P</a:t>
            </a:r>
            <a:r>
              <a:rPr sz="3400" b="1" spc="405" dirty="0">
                <a:solidFill>
                  <a:srgbClr val="0986DE"/>
                </a:solidFill>
                <a:latin typeface="Trebuchet MS"/>
                <a:cs typeface="Trebuchet MS"/>
              </a:rPr>
              <a:t> </a:t>
            </a:r>
            <a:r>
              <a:rPr sz="3400" b="1" spc="360" dirty="0">
                <a:solidFill>
                  <a:srgbClr val="0986DE"/>
                </a:solidFill>
                <a:latin typeface="Trebuchet MS"/>
                <a:cs typeface="Trebuchet MS"/>
              </a:rPr>
              <a:t>S</a:t>
            </a:r>
            <a:r>
              <a:rPr sz="3400" b="1" spc="409" dirty="0">
                <a:solidFill>
                  <a:srgbClr val="0986DE"/>
                </a:solidFill>
                <a:latin typeface="Trebuchet MS"/>
                <a:cs typeface="Trebuchet MS"/>
              </a:rPr>
              <a:t> </a:t>
            </a:r>
            <a:r>
              <a:rPr sz="3400" b="1" spc="40" dirty="0">
                <a:solidFill>
                  <a:srgbClr val="0986DE"/>
                </a:solidFill>
                <a:latin typeface="Trebuchet MS"/>
                <a:cs typeface="Trebuchet MS"/>
              </a:rPr>
              <a:t>T</a:t>
            </a:r>
            <a:r>
              <a:rPr sz="3400" b="1" spc="409" dirty="0">
                <a:solidFill>
                  <a:srgbClr val="0986DE"/>
                </a:solidFill>
                <a:latin typeface="Trebuchet MS"/>
                <a:cs typeface="Trebuchet MS"/>
              </a:rPr>
              <a:t> </a:t>
            </a:r>
            <a:r>
              <a:rPr sz="3400" b="1" spc="80" dirty="0">
                <a:solidFill>
                  <a:srgbClr val="0986DE"/>
                </a:solidFill>
                <a:latin typeface="Trebuchet MS"/>
                <a:cs typeface="Trebuchet MS"/>
              </a:rPr>
              <a:t>O</a:t>
            </a:r>
            <a:r>
              <a:rPr sz="3400" b="1" spc="400" dirty="0">
                <a:solidFill>
                  <a:srgbClr val="0986DE"/>
                </a:solidFill>
                <a:latin typeface="Trebuchet MS"/>
                <a:cs typeface="Trebuchet MS"/>
              </a:rPr>
              <a:t> </a:t>
            </a:r>
            <a:r>
              <a:rPr sz="3400" b="1" spc="295" dirty="0">
                <a:solidFill>
                  <a:srgbClr val="0986DE"/>
                </a:solidFill>
                <a:latin typeface="Trebuchet MS"/>
                <a:cs typeface="Trebuchet MS"/>
              </a:rPr>
              <a:t>N</a:t>
            </a:r>
            <a:r>
              <a:rPr sz="3400" b="1" spc="405" dirty="0">
                <a:solidFill>
                  <a:srgbClr val="0986DE"/>
                </a:solidFill>
                <a:latin typeface="Trebuchet MS"/>
                <a:cs typeface="Trebuchet MS"/>
              </a:rPr>
              <a:t> </a:t>
            </a:r>
            <a:r>
              <a:rPr sz="3400" b="1" spc="95" dirty="0">
                <a:solidFill>
                  <a:srgbClr val="0986DE"/>
                </a:solidFill>
                <a:latin typeface="Trebuchet MS"/>
                <a:cs typeface="Trebuchet MS"/>
              </a:rPr>
              <a:t>E	</a:t>
            </a:r>
            <a:r>
              <a:rPr sz="3400" b="1" spc="114" dirty="0">
                <a:solidFill>
                  <a:srgbClr val="0986DE"/>
                </a:solidFill>
                <a:latin typeface="Trebuchet MS"/>
                <a:cs typeface="Trebuchet MS"/>
              </a:rPr>
              <a:t>P</a:t>
            </a:r>
            <a:r>
              <a:rPr sz="3400" b="1" spc="395" dirty="0">
                <a:solidFill>
                  <a:srgbClr val="0986DE"/>
                </a:solidFill>
                <a:latin typeface="Trebuchet MS"/>
                <a:cs typeface="Trebuchet MS"/>
              </a:rPr>
              <a:t> </a:t>
            </a:r>
            <a:r>
              <a:rPr sz="3400" b="1" spc="254" dirty="0">
                <a:solidFill>
                  <a:srgbClr val="0986DE"/>
                </a:solidFill>
                <a:latin typeface="Trebuchet MS"/>
                <a:cs typeface="Trebuchet MS"/>
              </a:rPr>
              <a:t>R</a:t>
            </a:r>
            <a:r>
              <a:rPr sz="3400" b="1" spc="385" dirty="0">
                <a:solidFill>
                  <a:srgbClr val="0986DE"/>
                </a:solidFill>
                <a:latin typeface="Trebuchet MS"/>
                <a:cs typeface="Trebuchet MS"/>
              </a:rPr>
              <a:t> </a:t>
            </a:r>
            <a:r>
              <a:rPr sz="3400" b="1" spc="80" dirty="0">
                <a:solidFill>
                  <a:srgbClr val="0986DE"/>
                </a:solidFill>
                <a:latin typeface="Trebuchet MS"/>
                <a:cs typeface="Trebuchet MS"/>
              </a:rPr>
              <a:t>O</a:t>
            </a:r>
            <a:r>
              <a:rPr sz="3400" b="1" spc="390" dirty="0">
                <a:solidFill>
                  <a:srgbClr val="0986DE"/>
                </a:solidFill>
                <a:latin typeface="Trebuchet MS"/>
                <a:cs typeface="Trebuchet MS"/>
              </a:rPr>
              <a:t> </a:t>
            </a:r>
            <a:r>
              <a:rPr sz="3400" b="1" spc="114" dirty="0">
                <a:solidFill>
                  <a:srgbClr val="0986DE"/>
                </a:solidFill>
                <a:latin typeface="Trebuchet MS"/>
                <a:cs typeface="Trebuchet MS"/>
              </a:rPr>
              <a:t>P</a:t>
            </a:r>
            <a:r>
              <a:rPr sz="3400" b="1" spc="395" dirty="0">
                <a:solidFill>
                  <a:srgbClr val="0986DE"/>
                </a:solidFill>
                <a:latin typeface="Trebuchet MS"/>
                <a:cs typeface="Trebuchet MS"/>
              </a:rPr>
              <a:t> </a:t>
            </a:r>
            <a:r>
              <a:rPr sz="3400" b="1" spc="80" dirty="0">
                <a:solidFill>
                  <a:srgbClr val="0986DE"/>
                </a:solidFill>
                <a:latin typeface="Trebuchet MS"/>
                <a:cs typeface="Trebuchet MS"/>
              </a:rPr>
              <a:t>O</a:t>
            </a:r>
            <a:r>
              <a:rPr sz="3400" b="1" spc="385" dirty="0">
                <a:solidFill>
                  <a:srgbClr val="0986DE"/>
                </a:solidFill>
                <a:latin typeface="Trebuchet MS"/>
                <a:cs typeface="Trebuchet MS"/>
              </a:rPr>
              <a:t> </a:t>
            </a:r>
            <a:r>
              <a:rPr sz="3400" b="1" spc="360" dirty="0">
                <a:solidFill>
                  <a:srgbClr val="0986DE"/>
                </a:solidFill>
                <a:latin typeface="Trebuchet MS"/>
                <a:cs typeface="Trebuchet MS"/>
              </a:rPr>
              <a:t>S</a:t>
            </a:r>
            <a:r>
              <a:rPr sz="3400" b="1" spc="395" dirty="0">
                <a:solidFill>
                  <a:srgbClr val="0986DE"/>
                </a:solidFill>
                <a:latin typeface="Trebuchet MS"/>
                <a:cs typeface="Trebuchet MS"/>
              </a:rPr>
              <a:t> </a:t>
            </a:r>
            <a:r>
              <a:rPr sz="3400" b="1" spc="130" dirty="0">
                <a:solidFill>
                  <a:srgbClr val="0986DE"/>
                </a:solidFill>
                <a:latin typeface="Trebuchet MS"/>
                <a:cs typeface="Trebuchet MS"/>
              </a:rPr>
              <a:t>A</a:t>
            </a:r>
            <a:r>
              <a:rPr sz="3400" b="1" spc="390" dirty="0">
                <a:solidFill>
                  <a:srgbClr val="0986DE"/>
                </a:solidFill>
                <a:latin typeface="Trebuchet MS"/>
                <a:cs typeface="Trebuchet MS"/>
              </a:rPr>
              <a:t> </a:t>
            </a:r>
            <a:r>
              <a:rPr sz="3400" b="1" spc="120" dirty="0">
                <a:solidFill>
                  <a:srgbClr val="0986DE"/>
                </a:solidFill>
                <a:latin typeface="Trebuchet MS"/>
                <a:cs typeface="Trebuchet MS"/>
              </a:rPr>
              <a:t>L </a:t>
            </a:r>
            <a:r>
              <a:rPr sz="3400" b="1" spc="-1010" dirty="0">
                <a:solidFill>
                  <a:srgbClr val="0986DE"/>
                </a:solidFill>
                <a:latin typeface="Trebuchet MS"/>
                <a:cs typeface="Trebuchet MS"/>
              </a:rPr>
              <a:t> </a:t>
            </a:r>
            <a:r>
              <a:rPr sz="3400" b="1" spc="114" dirty="0">
                <a:solidFill>
                  <a:srgbClr val="0986DE"/>
                </a:solidFill>
                <a:latin typeface="Trebuchet MS"/>
                <a:cs typeface="Trebuchet MS"/>
              </a:rPr>
              <a:t>P</a:t>
            </a:r>
            <a:r>
              <a:rPr sz="3400" b="1" spc="400" dirty="0">
                <a:solidFill>
                  <a:srgbClr val="0986DE"/>
                </a:solidFill>
                <a:latin typeface="Trebuchet MS"/>
                <a:cs typeface="Trebuchet MS"/>
              </a:rPr>
              <a:t> </a:t>
            </a:r>
            <a:r>
              <a:rPr sz="3400" b="1" spc="254" dirty="0">
                <a:solidFill>
                  <a:srgbClr val="0986DE"/>
                </a:solidFill>
                <a:latin typeface="Trebuchet MS"/>
                <a:cs typeface="Trebuchet MS"/>
              </a:rPr>
              <a:t>R</a:t>
            </a:r>
            <a:r>
              <a:rPr sz="3400" b="1" spc="395" dirty="0">
                <a:solidFill>
                  <a:srgbClr val="0986DE"/>
                </a:solidFill>
                <a:latin typeface="Trebuchet MS"/>
                <a:cs typeface="Trebuchet MS"/>
              </a:rPr>
              <a:t> </a:t>
            </a:r>
            <a:r>
              <a:rPr sz="3400" b="1" spc="95" dirty="0">
                <a:solidFill>
                  <a:srgbClr val="0986DE"/>
                </a:solidFill>
                <a:latin typeface="Trebuchet MS"/>
                <a:cs typeface="Trebuchet MS"/>
              </a:rPr>
              <a:t>E</a:t>
            </a:r>
            <a:r>
              <a:rPr sz="3400" b="1" spc="400" dirty="0">
                <a:solidFill>
                  <a:srgbClr val="0986DE"/>
                </a:solidFill>
                <a:latin typeface="Trebuchet MS"/>
                <a:cs typeface="Trebuchet MS"/>
              </a:rPr>
              <a:t> </a:t>
            </a:r>
            <a:r>
              <a:rPr sz="3400" b="1" spc="360" dirty="0">
                <a:solidFill>
                  <a:srgbClr val="0986DE"/>
                </a:solidFill>
                <a:latin typeface="Trebuchet MS"/>
                <a:cs typeface="Trebuchet MS"/>
              </a:rPr>
              <a:t>S</a:t>
            </a:r>
            <a:r>
              <a:rPr sz="3400" b="1" spc="400" dirty="0">
                <a:solidFill>
                  <a:srgbClr val="0986DE"/>
                </a:solidFill>
                <a:latin typeface="Trebuchet MS"/>
                <a:cs typeface="Trebuchet MS"/>
              </a:rPr>
              <a:t> </a:t>
            </a:r>
            <a:r>
              <a:rPr sz="3400" b="1" spc="95" dirty="0">
                <a:solidFill>
                  <a:srgbClr val="0986DE"/>
                </a:solidFill>
                <a:latin typeface="Trebuchet MS"/>
                <a:cs typeface="Trebuchet MS"/>
              </a:rPr>
              <a:t>E</a:t>
            </a:r>
            <a:r>
              <a:rPr sz="3400" b="1" spc="405" dirty="0">
                <a:solidFill>
                  <a:srgbClr val="0986DE"/>
                </a:solidFill>
                <a:latin typeface="Trebuchet MS"/>
                <a:cs typeface="Trebuchet MS"/>
              </a:rPr>
              <a:t> </a:t>
            </a:r>
            <a:r>
              <a:rPr sz="3400" b="1" spc="295" dirty="0">
                <a:solidFill>
                  <a:srgbClr val="0986DE"/>
                </a:solidFill>
                <a:latin typeface="Trebuchet MS"/>
                <a:cs typeface="Trebuchet MS"/>
              </a:rPr>
              <a:t>N</a:t>
            </a:r>
            <a:r>
              <a:rPr sz="3400" b="1" spc="395" dirty="0">
                <a:solidFill>
                  <a:srgbClr val="0986DE"/>
                </a:solidFill>
                <a:latin typeface="Trebuchet MS"/>
                <a:cs typeface="Trebuchet MS"/>
              </a:rPr>
              <a:t> </a:t>
            </a:r>
            <a:r>
              <a:rPr sz="3400" b="1" spc="40" dirty="0">
                <a:solidFill>
                  <a:srgbClr val="0986DE"/>
                </a:solidFill>
                <a:latin typeface="Trebuchet MS"/>
                <a:cs typeface="Trebuchet MS"/>
              </a:rPr>
              <a:t>T</a:t>
            </a:r>
            <a:r>
              <a:rPr sz="3400" b="1" spc="400" dirty="0">
                <a:solidFill>
                  <a:srgbClr val="0986DE"/>
                </a:solidFill>
                <a:latin typeface="Trebuchet MS"/>
                <a:cs typeface="Trebuchet MS"/>
              </a:rPr>
              <a:t> </a:t>
            </a:r>
            <a:r>
              <a:rPr sz="3400" b="1" spc="130" dirty="0">
                <a:solidFill>
                  <a:srgbClr val="0986DE"/>
                </a:solidFill>
                <a:latin typeface="Trebuchet MS"/>
                <a:cs typeface="Trebuchet MS"/>
              </a:rPr>
              <a:t>A</a:t>
            </a:r>
            <a:r>
              <a:rPr sz="3400" b="1" spc="395" dirty="0">
                <a:solidFill>
                  <a:srgbClr val="0986DE"/>
                </a:solidFill>
                <a:latin typeface="Trebuchet MS"/>
                <a:cs typeface="Trebuchet MS"/>
              </a:rPr>
              <a:t> </a:t>
            </a:r>
            <a:r>
              <a:rPr sz="3400" b="1" spc="40" dirty="0">
                <a:solidFill>
                  <a:srgbClr val="0986DE"/>
                </a:solidFill>
                <a:latin typeface="Trebuchet MS"/>
                <a:cs typeface="Trebuchet MS"/>
              </a:rPr>
              <a:t>T</a:t>
            </a:r>
            <a:r>
              <a:rPr sz="3400" b="1" spc="405" dirty="0">
                <a:solidFill>
                  <a:srgbClr val="0986DE"/>
                </a:solidFill>
                <a:latin typeface="Trebuchet MS"/>
                <a:cs typeface="Trebuchet MS"/>
              </a:rPr>
              <a:t> </a:t>
            </a:r>
            <a:r>
              <a:rPr sz="3400" b="1" spc="130" dirty="0">
                <a:solidFill>
                  <a:srgbClr val="0986DE"/>
                </a:solidFill>
                <a:latin typeface="Trebuchet MS"/>
                <a:cs typeface="Trebuchet MS"/>
              </a:rPr>
              <a:t>I</a:t>
            </a:r>
            <a:r>
              <a:rPr sz="3400" b="1" spc="400" dirty="0">
                <a:solidFill>
                  <a:srgbClr val="0986DE"/>
                </a:solidFill>
                <a:latin typeface="Trebuchet MS"/>
                <a:cs typeface="Trebuchet MS"/>
              </a:rPr>
              <a:t> </a:t>
            </a:r>
            <a:r>
              <a:rPr sz="3400" b="1" spc="80" dirty="0">
                <a:solidFill>
                  <a:srgbClr val="0986DE"/>
                </a:solidFill>
                <a:latin typeface="Trebuchet MS"/>
                <a:cs typeface="Trebuchet MS"/>
              </a:rPr>
              <a:t>O</a:t>
            </a:r>
            <a:r>
              <a:rPr sz="3400" b="1" spc="395" dirty="0">
                <a:solidFill>
                  <a:srgbClr val="0986DE"/>
                </a:solidFill>
                <a:latin typeface="Trebuchet MS"/>
                <a:cs typeface="Trebuchet MS"/>
              </a:rPr>
              <a:t> </a:t>
            </a:r>
            <a:r>
              <a:rPr sz="3400" b="1" spc="295" dirty="0">
                <a:solidFill>
                  <a:srgbClr val="0986DE"/>
                </a:solidFill>
                <a:latin typeface="Trebuchet MS"/>
                <a:cs typeface="Trebuchet MS"/>
              </a:rPr>
              <a:t>N</a:t>
            </a:r>
            <a:endParaRPr sz="3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38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3400" spc="-350" dirty="0">
                <a:solidFill>
                  <a:srgbClr val="FFFFFF"/>
                </a:solidFill>
                <a:latin typeface="Lucida Sans Unicode"/>
                <a:cs typeface="Lucida Sans Unicode"/>
              </a:rPr>
              <a:t>1</a:t>
            </a:r>
            <a:r>
              <a:rPr sz="3400" spc="229" dirty="0">
                <a:solidFill>
                  <a:srgbClr val="FFFFFF"/>
                </a:solidFill>
                <a:latin typeface="Lucida Sans Unicode"/>
                <a:cs typeface="Lucida Sans Unicode"/>
              </a:rPr>
              <a:t>0</a:t>
            </a:r>
            <a:r>
              <a:rPr sz="3400" spc="-290" dirty="0">
                <a:solidFill>
                  <a:srgbClr val="FFFFFF"/>
                </a:solidFill>
                <a:latin typeface="Lucida Sans Unicode"/>
                <a:cs typeface="Lucida Sans Unicode"/>
              </a:rPr>
              <a:t>2</a:t>
            </a:r>
            <a:r>
              <a:rPr sz="3400" spc="-350" dirty="0">
                <a:solidFill>
                  <a:srgbClr val="FFFFFF"/>
                </a:solidFill>
                <a:latin typeface="Lucida Sans Unicode"/>
                <a:cs typeface="Lucida Sans Unicode"/>
              </a:rPr>
              <a:t>1</a:t>
            </a:r>
            <a:r>
              <a:rPr sz="3400" spc="30" dirty="0">
                <a:solidFill>
                  <a:srgbClr val="FFFFFF"/>
                </a:solidFill>
                <a:latin typeface="Lucida Sans Unicode"/>
                <a:cs typeface="Lucida Sans Unicode"/>
              </a:rPr>
              <a:t>66</a:t>
            </a:r>
            <a:r>
              <a:rPr sz="3400" spc="229" dirty="0">
                <a:solidFill>
                  <a:srgbClr val="FFFFFF"/>
                </a:solidFill>
                <a:latin typeface="Lucida Sans Unicode"/>
                <a:cs typeface="Lucida Sans Unicode"/>
              </a:rPr>
              <a:t>00</a:t>
            </a:r>
            <a:r>
              <a:rPr sz="3400" spc="-345" dirty="0">
                <a:solidFill>
                  <a:srgbClr val="FFFFFF"/>
                </a:solidFill>
                <a:latin typeface="Lucida Sans Unicode"/>
                <a:cs typeface="Lucida Sans Unicode"/>
              </a:rPr>
              <a:t>1</a:t>
            </a:r>
            <a:r>
              <a:rPr sz="3400" spc="-2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3400" spc="-680" dirty="0">
                <a:solidFill>
                  <a:srgbClr val="FFFFFF"/>
                </a:solidFill>
                <a:latin typeface="Lucida Sans Unicode"/>
                <a:cs typeface="Lucida Sans Unicode"/>
              </a:rPr>
              <a:t>-</a:t>
            </a:r>
            <a:r>
              <a:rPr sz="3400" spc="-2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3400" spc="-70" dirty="0">
                <a:solidFill>
                  <a:srgbClr val="FFFFFF"/>
                </a:solidFill>
                <a:latin typeface="Lucida Sans Unicode"/>
                <a:cs typeface="Lucida Sans Unicode"/>
              </a:rPr>
              <a:t>A</a:t>
            </a:r>
            <a:r>
              <a:rPr sz="3400" spc="815" dirty="0">
                <a:solidFill>
                  <a:srgbClr val="FFFFFF"/>
                </a:solidFill>
                <a:latin typeface="Lucida Sans Unicode"/>
                <a:cs typeface="Lucida Sans Unicode"/>
              </a:rPr>
              <a:t>J</a:t>
            </a:r>
            <a:r>
              <a:rPr sz="3400" spc="-70" dirty="0">
                <a:solidFill>
                  <a:srgbClr val="FFFFFF"/>
                </a:solidFill>
                <a:latin typeface="Lucida Sans Unicode"/>
                <a:cs typeface="Lucida Sans Unicode"/>
              </a:rPr>
              <a:t>A</a:t>
            </a:r>
            <a:r>
              <a:rPr sz="3400" spc="-40" dirty="0">
                <a:solidFill>
                  <a:srgbClr val="FFFFFF"/>
                </a:solidFill>
                <a:latin typeface="Lucida Sans Unicode"/>
                <a:cs typeface="Lucida Sans Unicode"/>
              </a:rPr>
              <a:t>Y</a:t>
            </a:r>
            <a:r>
              <a:rPr sz="340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V</a:t>
            </a:r>
            <a:r>
              <a:rPr sz="3400" spc="200" dirty="0">
                <a:solidFill>
                  <a:srgbClr val="FFFFFF"/>
                </a:solidFill>
                <a:latin typeface="Lucida Sans Unicode"/>
                <a:cs typeface="Lucida Sans Unicode"/>
              </a:rPr>
              <a:t>EE</a:t>
            </a:r>
            <a:r>
              <a:rPr sz="3400" spc="95" dirty="0">
                <a:solidFill>
                  <a:srgbClr val="FFFFFF"/>
                </a:solidFill>
                <a:latin typeface="Lucida Sans Unicode"/>
                <a:cs typeface="Lucida Sans Unicode"/>
              </a:rPr>
              <a:t>R</a:t>
            </a:r>
            <a:r>
              <a:rPr sz="3400" spc="-2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3400" spc="240" dirty="0">
                <a:solidFill>
                  <a:srgbClr val="FFFFFF"/>
                </a:solidFill>
                <a:latin typeface="Lucida Sans Unicode"/>
                <a:cs typeface="Lucida Sans Unicode"/>
              </a:rPr>
              <a:t>S</a:t>
            </a:r>
            <a:r>
              <a:rPr sz="340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I</a:t>
            </a:r>
            <a:r>
              <a:rPr sz="340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N</a:t>
            </a:r>
            <a:r>
              <a:rPr sz="3400" spc="60" dirty="0">
                <a:solidFill>
                  <a:srgbClr val="FFFFFF"/>
                </a:solidFill>
                <a:latin typeface="Lucida Sans Unicode"/>
                <a:cs typeface="Lucida Sans Unicode"/>
              </a:rPr>
              <a:t>G</a:t>
            </a:r>
            <a:r>
              <a:rPr sz="3400" spc="65" dirty="0">
                <a:solidFill>
                  <a:srgbClr val="FFFFFF"/>
                </a:solidFill>
                <a:latin typeface="Lucida Sans Unicode"/>
                <a:cs typeface="Lucida Sans Unicode"/>
              </a:rPr>
              <a:t>H</a:t>
            </a:r>
            <a:r>
              <a:rPr sz="3400" spc="-2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3400" spc="25" dirty="0">
                <a:solidFill>
                  <a:srgbClr val="FFFFFF"/>
                </a:solidFill>
                <a:latin typeface="Lucida Sans Unicode"/>
                <a:cs typeface="Lucida Sans Unicode"/>
              </a:rPr>
              <a:t>D</a:t>
            </a:r>
            <a:r>
              <a:rPr sz="3400" spc="60" dirty="0">
                <a:solidFill>
                  <a:srgbClr val="FFFFFF"/>
                </a:solidFill>
                <a:latin typeface="Lucida Sans Unicode"/>
                <a:cs typeface="Lucida Sans Unicode"/>
              </a:rPr>
              <a:t>H</a:t>
            </a:r>
            <a:r>
              <a:rPr sz="340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I</a:t>
            </a:r>
            <a:r>
              <a:rPr sz="3400" spc="105" dirty="0">
                <a:solidFill>
                  <a:srgbClr val="FFFFFF"/>
                </a:solidFill>
                <a:latin typeface="Lucida Sans Unicode"/>
                <a:cs typeface="Lucida Sans Unicode"/>
              </a:rPr>
              <a:t>LL</a:t>
            </a:r>
            <a:r>
              <a:rPr sz="3400" spc="15" dirty="0">
                <a:solidFill>
                  <a:srgbClr val="FFFFFF"/>
                </a:solidFill>
                <a:latin typeface="Lucida Sans Unicode"/>
                <a:cs typeface="Lucida Sans Unicode"/>
              </a:rPr>
              <a:t>O</a:t>
            </a:r>
            <a:r>
              <a:rPr sz="3400" spc="75" dirty="0">
                <a:solidFill>
                  <a:srgbClr val="FFFFFF"/>
                </a:solidFill>
                <a:latin typeface="Lucida Sans Unicode"/>
                <a:cs typeface="Lucida Sans Unicode"/>
              </a:rPr>
              <a:t>N</a:t>
            </a:r>
            <a:endParaRPr sz="34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645"/>
              </a:spcBef>
            </a:pPr>
            <a:r>
              <a:rPr sz="3400" spc="-350" dirty="0">
                <a:solidFill>
                  <a:srgbClr val="FFFFFF"/>
                </a:solidFill>
                <a:latin typeface="Lucida Sans Unicode"/>
                <a:cs typeface="Lucida Sans Unicode"/>
              </a:rPr>
              <a:t>1</a:t>
            </a:r>
            <a:r>
              <a:rPr sz="3400" spc="229" dirty="0">
                <a:solidFill>
                  <a:srgbClr val="FFFFFF"/>
                </a:solidFill>
                <a:latin typeface="Lucida Sans Unicode"/>
                <a:cs typeface="Lucida Sans Unicode"/>
              </a:rPr>
              <a:t>0</a:t>
            </a:r>
            <a:r>
              <a:rPr sz="3400" spc="-290" dirty="0">
                <a:solidFill>
                  <a:srgbClr val="FFFFFF"/>
                </a:solidFill>
                <a:latin typeface="Lucida Sans Unicode"/>
                <a:cs typeface="Lucida Sans Unicode"/>
              </a:rPr>
              <a:t>2</a:t>
            </a:r>
            <a:r>
              <a:rPr sz="3400" spc="-350" dirty="0">
                <a:solidFill>
                  <a:srgbClr val="FFFFFF"/>
                </a:solidFill>
                <a:latin typeface="Lucida Sans Unicode"/>
                <a:cs typeface="Lucida Sans Unicode"/>
              </a:rPr>
              <a:t>11</a:t>
            </a:r>
            <a:r>
              <a:rPr sz="3400" spc="30" dirty="0">
                <a:solidFill>
                  <a:srgbClr val="FFFFFF"/>
                </a:solidFill>
                <a:latin typeface="Lucida Sans Unicode"/>
                <a:cs typeface="Lucida Sans Unicode"/>
              </a:rPr>
              <a:t>6</a:t>
            </a:r>
            <a:r>
              <a:rPr sz="3400" spc="229" dirty="0">
                <a:solidFill>
                  <a:srgbClr val="FFFFFF"/>
                </a:solidFill>
                <a:latin typeface="Lucida Sans Unicode"/>
                <a:cs typeface="Lucida Sans Unicode"/>
              </a:rPr>
              <a:t>0</a:t>
            </a:r>
            <a:r>
              <a:rPr sz="3400" spc="-290" dirty="0">
                <a:solidFill>
                  <a:srgbClr val="FFFFFF"/>
                </a:solidFill>
                <a:latin typeface="Lucida Sans Unicode"/>
                <a:cs typeface="Lucida Sans Unicode"/>
              </a:rPr>
              <a:t>2</a:t>
            </a:r>
            <a:r>
              <a:rPr sz="3400" spc="-145" dirty="0">
                <a:solidFill>
                  <a:srgbClr val="FFFFFF"/>
                </a:solidFill>
                <a:latin typeface="Lucida Sans Unicode"/>
                <a:cs typeface="Lucida Sans Unicode"/>
              </a:rPr>
              <a:t>5</a:t>
            </a:r>
            <a:r>
              <a:rPr sz="3400" spc="-2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3400" spc="-680" dirty="0">
                <a:solidFill>
                  <a:srgbClr val="FFFFFF"/>
                </a:solidFill>
                <a:latin typeface="Lucida Sans Unicode"/>
                <a:cs typeface="Lucida Sans Unicode"/>
              </a:rPr>
              <a:t>-</a:t>
            </a:r>
            <a:r>
              <a:rPr sz="3400" spc="-2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3400" spc="-70" dirty="0">
                <a:solidFill>
                  <a:srgbClr val="FFFFFF"/>
                </a:solidFill>
                <a:latin typeface="Lucida Sans Unicode"/>
                <a:cs typeface="Lucida Sans Unicode"/>
              </a:rPr>
              <a:t>A</a:t>
            </a:r>
            <a:r>
              <a:rPr sz="34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R</a:t>
            </a:r>
            <a:r>
              <a:rPr sz="3400" spc="240" dirty="0">
                <a:solidFill>
                  <a:srgbClr val="FFFFFF"/>
                </a:solidFill>
                <a:latin typeface="Lucida Sans Unicode"/>
                <a:cs typeface="Lucida Sans Unicode"/>
              </a:rPr>
              <a:t>S</a:t>
            </a:r>
            <a:r>
              <a:rPr sz="3400" spc="60" dirty="0">
                <a:solidFill>
                  <a:srgbClr val="FFFFFF"/>
                </a:solidFill>
                <a:latin typeface="Lucida Sans Unicode"/>
                <a:cs typeface="Lucida Sans Unicode"/>
              </a:rPr>
              <a:t>H</a:t>
            </a:r>
            <a:r>
              <a:rPr sz="3400" spc="25" dirty="0">
                <a:solidFill>
                  <a:srgbClr val="FFFFFF"/>
                </a:solidFill>
                <a:latin typeface="Lucida Sans Unicode"/>
                <a:cs typeface="Lucida Sans Unicode"/>
              </a:rPr>
              <a:t>D</a:t>
            </a:r>
            <a:r>
              <a:rPr sz="3400" spc="200" dirty="0">
                <a:solidFill>
                  <a:srgbClr val="FFFFFF"/>
                </a:solidFill>
                <a:latin typeface="Lucida Sans Unicode"/>
                <a:cs typeface="Lucida Sans Unicode"/>
              </a:rPr>
              <a:t>EE</a:t>
            </a:r>
            <a:r>
              <a:rPr sz="3400" spc="330" dirty="0">
                <a:solidFill>
                  <a:srgbClr val="FFFFFF"/>
                </a:solidFill>
                <a:latin typeface="Lucida Sans Unicode"/>
                <a:cs typeface="Lucida Sans Unicode"/>
              </a:rPr>
              <a:t>P</a:t>
            </a:r>
            <a:r>
              <a:rPr sz="3400" spc="-2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3400" spc="240" dirty="0">
                <a:solidFill>
                  <a:srgbClr val="FFFFFF"/>
                </a:solidFill>
                <a:latin typeface="Lucida Sans Unicode"/>
                <a:cs typeface="Lucida Sans Unicode"/>
              </a:rPr>
              <a:t>S</a:t>
            </a:r>
            <a:r>
              <a:rPr sz="340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I</a:t>
            </a:r>
            <a:r>
              <a:rPr sz="340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N</a:t>
            </a:r>
            <a:r>
              <a:rPr sz="3400" spc="60" dirty="0">
                <a:solidFill>
                  <a:srgbClr val="FFFFFF"/>
                </a:solidFill>
                <a:latin typeface="Lucida Sans Unicode"/>
                <a:cs typeface="Lucida Sans Unicode"/>
              </a:rPr>
              <a:t>G</a:t>
            </a:r>
            <a:r>
              <a:rPr sz="3400" spc="65" dirty="0">
                <a:solidFill>
                  <a:srgbClr val="FFFFFF"/>
                </a:solidFill>
                <a:latin typeface="Lucida Sans Unicode"/>
                <a:cs typeface="Lucida Sans Unicode"/>
              </a:rPr>
              <a:t>H</a:t>
            </a:r>
            <a:endParaRPr sz="34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645"/>
              </a:spcBef>
            </a:pPr>
            <a:r>
              <a:rPr sz="3400" spc="-350" dirty="0">
                <a:solidFill>
                  <a:srgbClr val="FFFFFF"/>
                </a:solidFill>
                <a:latin typeface="Lucida Sans Unicode"/>
                <a:cs typeface="Lucida Sans Unicode"/>
              </a:rPr>
              <a:t>1</a:t>
            </a:r>
            <a:r>
              <a:rPr sz="3400" spc="229" dirty="0">
                <a:solidFill>
                  <a:srgbClr val="FFFFFF"/>
                </a:solidFill>
                <a:latin typeface="Lucida Sans Unicode"/>
                <a:cs typeface="Lucida Sans Unicode"/>
              </a:rPr>
              <a:t>0</a:t>
            </a:r>
            <a:r>
              <a:rPr sz="3400" spc="-290" dirty="0">
                <a:solidFill>
                  <a:srgbClr val="FFFFFF"/>
                </a:solidFill>
                <a:latin typeface="Lucida Sans Unicode"/>
                <a:cs typeface="Lucida Sans Unicode"/>
              </a:rPr>
              <a:t>22</a:t>
            </a:r>
            <a:r>
              <a:rPr sz="3400" spc="25" dirty="0">
                <a:solidFill>
                  <a:srgbClr val="FFFFFF"/>
                </a:solidFill>
                <a:latin typeface="Lucida Sans Unicode"/>
                <a:cs typeface="Lucida Sans Unicode"/>
              </a:rPr>
              <a:t>9</a:t>
            </a:r>
            <a:r>
              <a:rPr sz="3400" spc="30" dirty="0">
                <a:solidFill>
                  <a:srgbClr val="FFFFFF"/>
                </a:solidFill>
                <a:latin typeface="Lucida Sans Unicode"/>
                <a:cs typeface="Lucida Sans Unicode"/>
              </a:rPr>
              <a:t>6</a:t>
            </a:r>
            <a:r>
              <a:rPr sz="3400" spc="229" dirty="0">
                <a:solidFill>
                  <a:srgbClr val="FFFFFF"/>
                </a:solidFill>
                <a:latin typeface="Lucida Sans Unicode"/>
                <a:cs typeface="Lucida Sans Unicode"/>
              </a:rPr>
              <a:t>00</a:t>
            </a:r>
            <a:r>
              <a:rPr sz="3400" spc="-180" dirty="0">
                <a:solidFill>
                  <a:srgbClr val="FFFFFF"/>
                </a:solidFill>
                <a:latin typeface="Lucida Sans Unicode"/>
                <a:cs typeface="Lucida Sans Unicode"/>
              </a:rPr>
              <a:t>3</a:t>
            </a:r>
            <a:r>
              <a:rPr sz="3400" spc="-2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3400" spc="-680" dirty="0">
                <a:solidFill>
                  <a:srgbClr val="FFFFFF"/>
                </a:solidFill>
                <a:latin typeface="Lucida Sans Unicode"/>
                <a:cs typeface="Lucida Sans Unicode"/>
              </a:rPr>
              <a:t>-</a:t>
            </a:r>
            <a:r>
              <a:rPr sz="3400" spc="-2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3400" spc="25" dirty="0">
                <a:solidFill>
                  <a:srgbClr val="FFFFFF"/>
                </a:solidFill>
                <a:latin typeface="Lucida Sans Unicode"/>
                <a:cs typeface="Lucida Sans Unicode"/>
              </a:rPr>
              <a:t>D</a:t>
            </a:r>
            <a:r>
              <a:rPr sz="3400" spc="200" dirty="0">
                <a:solidFill>
                  <a:srgbClr val="FFFFFF"/>
                </a:solidFill>
                <a:latin typeface="Lucida Sans Unicode"/>
                <a:cs typeface="Lucida Sans Unicode"/>
              </a:rPr>
              <a:t>EE</a:t>
            </a:r>
            <a:r>
              <a:rPr sz="3400" spc="325" dirty="0">
                <a:solidFill>
                  <a:srgbClr val="FFFFFF"/>
                </a:solidFill>
                <a:latin typeface="Lucida Sans Unicode"/>
                <a:cs typeface="Lucida Sans Unicode"/>
              </a:rPr>
              <a:t>P</a:t>
            </a:r>
            <a:r>
              <a:rPr sz="3400" spc="-70" dirty="0">
                <a:solidFill>
                  <a:srgbClr val="FFFFFF"/>
                </a:solidFill>
                <a:latin typeface="Lucida Sans Unicode"/>
                <a:cs typeface="Lucida Sans Unicode"/>
              </a:rPr>
              <a:t>A</a:t>
            </a:r>
            <a:r>
              <a:rPr sz="340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N</a:t>
            </a:r>
            <a:r>
              <a:rPr sz="3400" spc="240" dirty="0">
                <a:solidFill>
                  <a:srgbClr val="FFFFFF"/>
                </a:solidFill>
                <a:latin typeface="Lucida Sans Unicode"/>
                <a:cs typeface="Lucida Sans Unicode"/>
              </a:rPr>
              <a:t>S</a:t>
            </a:r>
            <a:r>
              <a:rPr sz="3400" spc="60" dirty="0">
                <a:solidFill>
                  <a:srgbClr val="FFFFFF"/>
                </a:solidFill>
                <a:latin typeface="Lucida Sans Unicode"/>
                <a:cs typeface="Lucida Sans Unicode"/>
              </a:rPr>
              <a:t>H</a:t>
            </a:r>
            <a:r>
              <a:rPr sz="3400" spc="145" dirty="0">
                <a:solidFill>
                  <a:srgbClr val="FFFFFF"/>
                </a:solidFill>
                <a:latin typeface="Lucida Sans Unicode"/>
                <a:cs typeface="Lucida Sans Unicode"/>
              </a:rPr>
              <a:t>U</a:t>
            </a:r>
            <a:r>
              <a:rPr sz="3400" spc="-2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3400" spc="-175" dirty="0">
                <a:solidFill>
                  <a:srgbClr val="FFFFFF"/>
                </a:solidFill>
                <a:latin typeface="Lucida Sans Unicode"/>
                <a:cs typeface="Lucida Sans Unicode"/>
              </a:rPr>
              <a:t>T</a:t>
            </a:r>
            <a:r>
              <a:rPr sz="3400" spc="60" dirty="0">
                <a:solidFill>
                  <a:srgbClr val="FFFFFF"/>
                </a:solidFill>
                <a:latin typeface="Lucida Sans Unicode"/>
                <a:cs typeface="Lucida Sans Unicode"/>
              </a:rPr>
              <a:t>H</a:t>
            </a:r>
            <a:r>
              <a:rPr sz="3400" spc="-70" dirty="0">
                <a:solidFill>
                  <a:srgbClr val="FFFFFF"/>
                </a:solidFill>
                <a:latin typeface="Lucida Sans Unicode"/>
                <a:cs typeface="Lucida Sans Unicode"/>
              </a:rPr>
              <a:t>A</a:t>
            </a:r>
            <a:r>
              <a:rPr sz="3400" spc="-85" dirty="0">
                <a:solidFill>
                  <a:srgbClr val="FFFFFF"/>
                </a:solidFill>
                <a:latin typeface="Lucida Sans Unicode"/>
                <a:cs typeface="Lucida Sans Unicode"/>
              </a:rPr>
              <a:t>K</a:t>
            </a:r>
            <a:r>
              <a:rPr sz="3400" spc="140" dirty="0">
                <a:solidFill>
                  <a:srgbClr val="FFFFFF"/>
                </a:solidFill>
                <a:latin typeface="Lucida Sans Unicode"/>
                <a:cs typeface="Lucida Sans Unicode"/>
              </a:rPr>
              <a:t>U</a:t>
            </a:r>
            <a:r>
              <a:rPr sz="3400" spc="95" dirty="0">
                <a:solidFill>
                  <a:srgbClr val="FFFFFF"/>
                </a:solidFill>
                <a:latin typeface="Lucida Sans Unicode"/>
                <a:cs typeface="Lucida Sans Unicode"/>
              </a:rPr>
              <a:t>R</a:t>
            </a:r>
            <a:endParaRPr sz="34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645"/>
              </a:spcBef>
            </a:pPr>
            <a:r>
              <a:rPr sz="3400" spc="-350" dirty="0">
                <a:solidFill>
                  <a:srgbClr val="FFFFFF"/>
                </a:solidFill>
                <a:latin typeface="Lucida Sans Unicode"/>
                <a:cs typeface="Lucida Sans Unicode"/>
              </a:rPr>
              <a:t>1</a:t>
            </a:r>
            <a:r>
              <a:rPr sz="3400" spc="229" dirty="0">
                <a:solidFill>
                  <a:srgbClr val="FFFFFF"/>
                </a:solidFill>
                <a:latin typeface="Lucida Sans Unicode"/>
                <a:cs typeface="Lucida Sans Unicode"/>
              </a:rPr>
              <a:t>0</a:t>
            </a:r>
            <a:r>
              <a:rPr sz="3400" spc="-290" dirty="0">
                <a:solidFill>
                  <a:srgbClr val="FFFFFF"/>
                </a:solidFill>
                <a:latin typeface="Lucida Sans Unicode"/>
                <a:cs typeface="Lucida Sans Unicode"/>
              </a:rPr>
              <a:t>2</a:t>
            </a:r>
            <a:r>
              <a:rPr sz="3400" spc="-350" dirty="0">
                <a:solidFill>
                  <a:srgbClr val="FFFFFF"/>
                </a:solidFill>
                <a:latin typeface="Lucida Sans Unicode"/>
                <a:cs typeface="Lucida Sans Unicode"/>
              </a:rPr>
              <a:t>11</a:t>
            </a:r>
            <a:r>
              <a:rPr sz="3400" spc="30" dirty="0">
                <a:solidFill>
                  <a:srgbClr val="FFFFFF"/>
                </a:solidFill>
                <a:latin typeface="Lucida Sans Unicode"/>
                <a:cs typeface="Lucida Sans Unicode"/>
              </a:rPr>
              <a:t>6</a:t>
            </a:r>
            <a:r>
              <a:rPr sz="3400" spc="-350" dirty="0">
                <a:solidFill>
                  <a:srgbClr val="FFFFFF"/>
                </a:solidFill>
                <a:latin typeface="Lucida Sans Unicode"/>
                <a:cs typeface="Lucida Sans Unicode"/>
              </a:rPr>
              <a:t>1</a:t>
            </a:r>
            <a:r>
              <a:rPr sz="3400" spc="229" dirty="0">
                <a:solidFill>
                  <a:srgbClr val="FFFFFF"/>
                </a:solidFill>
                <a:latin typeface="Lucida Sans Unicode"/>
                <a:cs typeface="Lucida Sans Unicode"/>
              </a:rPr>
              <a:t>0</a:t>
            </a:r>
            <a:r>
              <a:rPr sz="3400" spc="-345" dirty="0">
                <a:solidFill>
                  <a:srgbClr val="FFFFFF"/>
                </a:solidFill>
                <a:latin typeface="Lucida Sans Unicode"/>
                <a:cs typeface="Lucida Sans Unicode"/>
              </a:rPr>
              <a:t>1</a:t>
            </a:r>
            <a:r>
              <a:rPr sz="3400" spc="-2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3400" spc="-680" dirty="0">
                <a:solidFill>
                  <a:srgbClr val="FFFFFF"/>
                </a:solidFill>
                <a:latin typeface="Lucida Sans Unicode"/>
                <a:cs typeface="Lucida Sans Unicode"/>
              </a:rPr>
              <a:t>-</a:t>
            </a:r>
            <a:r>
              <a:rPr sz="3400" spc="-2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3400" spc="135" dirty="0">
                <a:solidFill>
                  <a:srgbClr val="FFFFFF"/>
                </a:solidFill>
                <a:latin typeface="Lucida Sans Unicode"/>
                <a:cs typeface="Lucida Sans Unicode"/>
              </a:rPr>
              <a:t>M</a:t>
            </a:r>
            <a:r>
              <a:rPr sz="3400" spc="-70" dirty="0">
                <a:solidFill>
                  <a:srgbClr val="FFFFFF"/>
                </a:solidFill>
                <a:latin typeface="Lucida Sans Unicode"/>
                <a:cs typeface="Lucida Sans Unicode"/>
              </a:rPr>
              <a:t>A</a:t>
            </a:r>
            <a:r>
              <a:rPr sz="3400" spc="25" dirty="0">
                <a:solidFill>
                  <a:srgbClr val="FFFFFF"/>
                </a:solidFill>
                <a:latin typeface="Lucida Sans Unicode"/>
                <a:cs typeface="Lucida Sans Unicode"/>
              </a:rPr>
              <a:t>D</a:t>
            </a:r>
            <a:r>
              <a:rPr sz="3400" spc="60" dirty="0">
                <a:solidFill>
                  <a:srgbClr val="FFFFFF"/>
                </a:solidFill>
                <a:latin typeface="Lucida Sans Unicode"/>
                <a:cs typeface="Lucida Sans Unicode"/>
              </a:rPr>
              <a:t>H</a:t>
            </a:r>
            <a:r>
              <a:rPr sz="3400" spc="140" dirty="0">
                <a:solidFill>
                  <a:srgbClr val="FFFFFF"/>
                </a:solidFill>
                <a:latin typeface="Lucida Sans Unicode"/>
                <a:cs typeface="Lucida Sans Unicode"/>
              </a:rPr>
              <a:t>U</a:t>
            </a:r>
            <a:r>
              <a:rPr sz="3400" spc="240" dirty="0">
                <a:solidFill>
                  <a:srgbClr val="FFFFFF"/>
                </a:solidFill>
                <a:latin typeface="Lucida Sans Unicode"/>
                <a:cs typeface="Lucida Sans Unicode"/>
              </a:rPr>
              <a:t>S</a:t>
            </a:r>
            <a:r>
              <a:rPr sz="3400" spc="140" dirty="0">
                <a:solidFill>
                  <a:srgbClr val="FFFFFF"/>
                </a:solidFill>
                <a:latin typeface="Lucida Sans Unicode"/>
                <a:cs typeface="Lucida Sans Unicode"/>
              </a:rPr>
              <a:t>U</a:t>
            </a:r>
            <a:r>
              <a:rPr sz="3400" spc="25" dirty="0">
                <a:solidFill>
                  <a:srgbClr val="FFFFFF"/>
                </a:solidFill>
                <a:latin typeface="Lucida Sans Unicode"/>
                <a:cs typeface="Lucida Sans Unicode"/>
              </a:rPr>
              <a:t>D</a:t>
            </a:r>
            <a:r>
              <a:rPr sz="3400" spc="-70" dirty="0">
                <a:solidFill>
                  <a:srgbClr val="FFFFFF"/>
                </a:solidFill>
                <a:latin typeface="Lucida Sans Unicode"/>
                <a:cs typeface="Lucida Sans Unicode"/>
              </a:rPr>
              <a:t>A</a:t>
            </a:r>
            <a:r>
              <a:rPr sz="3400" spc="75" dirty="0">
                <a:solidFill>
                  <a:srgbClr val="FFFFFF"/>
                </a:solidFill>
                <a:latin typeface="Lucida Sans Unicode"/>
                <a:cs typeface="Lucida Sans Unicode"/>
              </a:rPr>
              <a:t>N</a:t>
            </a:r>
            <a:endParaRPr sz="34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645"/>
              </a:spcBef>
            </a:pPr>
            <a:r>
              <a:rPr sz="3400" spc="-350" dirty="0">
                <a:solidFill>
                  <a:srgbClr val="FFFFFF"/>
                </a:solidFill>
                <a:latin typeface="Lucida Sans Unicode"/>
                <a:cs typeface="Lucida Sans Unicode"/>
              </a:rPr>
              <a:t>1</a:t>
            </a:r>
            <a:r>
              <a:rPr sz="3400" spc="229" dirty="0">
                <a:solidFill>
                  <a:srgbClr val="FFFFFF"/>
                </a:solidFill>
                <a:latin typeface="Lucida Sans Unicode"/>
                <a:cs typeface="Lucida Sans Unicode"/>
              </a:rPr>
              <a:t>0</a:t>
            </a:r>
            <a:r>
              <a:rPr sz="3400" spc="-290" dirty="0">
                <a:solidFill>
                  <a:srgbClr val="FFFFFF"/>
                </a:solidFill>
                <a:latin typeface="Lucida Sans Unicode"/>
                <a:cs typeface="Lucida Sans Unicode"/>
              </a:rPr>
              <a:t>2</a:t>
            </a:r>
            <a:r>
              <a:rPr sz="3400" spc="-350" dirty="0">
                <a:solidFill>
                  <a:srgbClr val="FFFFFF"/>
                </a:solidFill>
                <a:latin typeface="Lucida Sans Unicode"/>
                <a:cs typeface="Lucida Sans Unicode"/>
              </a:rPr>
              <a:t>11</a:t>
            </a:r>
            <a:r>
              <a:rPr sz="3400" spc="30" dirty="0">
                <a:solidFill>
                  <a:srgbClr val="FFFFFF"/>
                </a:solidFill>
                <a:latin typeface="Lucida Sans Unicode"/>
                <a:cs typeface="Lucida Sans Unicode"/>
              </a:rPr>
              <a:t>6</a:t>
            </a:r>
            <a:r>
              <a:rPr sz="3400" spc="229" dirty="0">
                <a:solidFill>
                  <a:srgbClr val="FFFFFF"/>
                </a:solidFill>
                <a:latin typeface="Lucida Sans Unicode"/>
                <a:cs typeface="Lucida Sans Unicode"/>
              </a:rPr>
              <a:t>0</a:t>
            </a:r>
            <a:r>
              <a:rPr sz="3400" spc="-150" dirty="0">
                <a:solidFill>
                  <a:srgbClr val="FFFFFF"/>
                </a:solidFill>
                <a:latin typeface="Lucida Sans Unicode"/>
                <a:cs typeface="Lucida Sans Unicode"/>
              </a:rPr>
              <a:t>5</a:t>
            </a:r>
            <a:r>
              <a:rPr sz="340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6</a:t>
            </a:r>
            <a:r>
              <a:rPr sz="3400" spc="-2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3400" spc="-680" dirty="0">
                <a:solidFill>
                  <a:srgbClr val="FFFFFF"/>
                </a:solidFill>
                <a:latin typeface="Lucida Sans Unicode"/>
                <a:cs typeface="Lucida Sans Unicode"/>
              </a:rPr>
              <a:t>-</a:t>
            </a:r>
            <a:r>
              <a:rPr sz="3400" spc="-2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3400" spc="240" dirty="0">
                <a:solidFill>
                  <a:srgbClr val="FFFFFF"/>
                </a:solidFill>
                <a:latin typeface="Lucida Sans Unicode"/>
                <a:cs typeface="Lucida Sans Unicode"/>
              </a:rPr>
              <a:t>S</a:t>
            </a:r>
            <a:r>
              <a:rPr sz="3400" spc="140" dirty="0">
                <a:solidFill>
                  <a:srgbClr val="FFFFFF"/>
                </a:solidFill>
                <a:latin typeface="Lucida Sans Unicode"/>
                <a:cs typeface="Lucida Sans Unicode"/>
              </a:rPr>
              <a:t>U</a:t>
            </a:r>
            <a:r>
              <a:rPr sz="3400" spc="-85" dirty="0">
                <a:solidFill>
                  <a:srgbClr val="FFFFFF"/>
                </a:solidFill>
                <a:latin typeface="Lucida Sans Unicode"/>
                <a:cs typeface="Lucida Sans Unicode"/>
              </a:rPr>
              <a:t>K</a:t>
            </a:r>
            <a:r>
              <a:rPr sz="3400" spc="60" dirty="0">
                <a:solidFill>
                  <a:srgbClr val="FFFFFF"/>
                </a:solidFill>
                <a:latin typeface="Lucida Sans Unicode"/>
                <a:cs typeface="Lucida Sans Unicode"/>
              </a:rPr>
              <a:t>H</a:t>
            </a:r>
            <a:r>
              <a:rPr sz="3400" spc="135" dirty="0">
                <a:solidFill>
                  <a:srgbClr val="FFFFFF"/>
                </a:solidFill>
                <a:latin typeface="Lucida Sans Unicode"/>
                <a:cs typeface="Lucida Sans Unicode"/>
              </a:rPr>
              <a:t>M</a:t>
            </a:r>
            <a:r>
              <a:rPr sz="3400" spc="-70" dirty="0">
                <a:solidFill>
                  <a:srgbClr val="FFFFFF"/>
                </a:solidFill>
                <a:latin typeface="Lucida Sans Unicode"/>
                <a:cs typeface="Lucida Sans Unicode"/>
              </a:rPr>
              <a:t>A</a:t>
            </a:r>
            <a:r>
              <a:rPr sz="340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N</a:t>
            </a:r>
            <a:r>
              <a:rPr sz="3400" spc="25" dirty="0">
                <a:solidFill>
                  <a:srgbClr val="FFFFFF"/>
                </a:solidFill>
                <a:latin typeface="Lucida Sans Unicode"/>
                <a:cs typeface="Lucida Sans Unicode"/>
              </a:rPr>
              <a:t>D</a:t>
            </a:r>
            <a:r>
              <a:rPr sz="3400" spc="200" dirty="0">
                <a:solidFill>
                  <a:srgbClr val="FFFFFF"/>
                </a:solidFill>
                <a:latin typeface="Lucida Sans Unicode"/>
                <a:cs typeface="Lucida Sans Unicode"/>
              </a:rPr>
              <a:t>EE</a:t>
            </a:r>
            <a:r>
              <a:rPr sz="3400" spc="330" dirty="0">
                <a:solidFill>
                  <a:srgbClr val="FFFFFF"/>
                </a:solidFill>
                <a:latin typeface="Lucida Sans Unicode"/>
                <a:cs typeface="Lucida Sans Unicode"/>
              </a:rPr>
              <a:t>P</a:t>
            </a:r>
            <a:r>
              <a:rPr sz="3400" spc="-2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3400" spc="240" dirty="0">
                <a:solidFill>
                  <a:srgbClr val="FFFFFF"/>
                </a:solidFill>
                <a:latin typeface="Lucida Sans Unicode"/>
                <a:cs typeface="Lucida Sans Unicode"/>
              </a:rPr>
              <a:t>S</a:t>
            </a:r>
            <a:r>
              <a:rPr sz="340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I</a:t>
            </a:r>
            <a:r>
              <a:rPr sz="340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N</a:t>
            </a:r>
            <a:r>
              <a:rPr sz="3400" spc="60" dirty="0">
                <a:solidFill>
                  <a:srgbClr val="FFFFFF"/>
                </a:solidFill>
                <a:latin typeface="Lucida Sans Unicode"/>
                <a:cs typeface="Lucida Sans Unicode"/>
              </a:rPr>
              <a:t>G</a:t>
            </a:r>
            <a:r>
              <a:rPr sz="3400" spc="65" dirty="0">
                <a:solidFill>
                  <a:srgbClr val="FFFFFF"/>
                </a:solidFill>
                <a:latin typeface="Lucida Sans Unicode"/>
                <a:cs typeface="Lucida Sans Unicode"/>
              </a:rPr>
              <a:t>H</a:t>
            </a:r>
            <a:endParaRPr sz="34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0986DE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1028700" y="9163731"/>
            <a:ext cx="16230600" cy="189230"/>
            <a:chOff x="1028700" y="9163731"/>
            <a:chExt cx="16230600" cy="189230"/>
          </a:xfrm>
        </p:grpSpPr>
        <p:sp>
          <p:nvSpPr>
            <p:cNvPr id="4" name="object 4"/>
            <p:cNvSpPr/>
            <p:nvPr/>
          </p:nvSpPr>
          <p:spPr>
            <a:xfrm>
              <a:off x="1028700" y="9248774"/>
              <a:ext cx="16230600" cy="0"/>
            </a:xfrm>
            <a:custGeom>
              <a:avLst/>
              <a:gdLst/>
              <a:ahLst/>
              <a:cxnLst/>
              <a:rect l="l" t="t" r="r" b="b"/>
              <a:pathLst>
                <a:path w="16230600">
                  <a:moveTo>
                    <a:pt x="0" y="0"/>
                  </a:moveTo>
                  <a:lnTo>
                    <a:pt x="16230598" y="0"/>
                  </a:lnTo>
                </a:path>
              </a:pathLst>
            </a:custGeom>
            <a:ln w="1904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389728" y="9163731"/>
              <a:ext cx="695325" cy="189230"/>
            </a:xfrm>
            <a:custGeom>
              <a:avLst/>
              <a:gdLst/>
              <a:ahLst/>
              <a:cxnLst/>
              <a:rect l="l" t="t" r="r" b="b"/>
              <a:pathLst>
                <a:path w="695325" h="189229">
                  <a:moveTo>
                    <a:pt x="695224" y="189136"/>
                  </a:moveTo>
                  <a:lnTo>
                    <a:pt x="0" y="189136"/>
                  </a:lnTo>
                  <a:lnTo>
                    <a:pt x="0" y="0"/>
                  </a:lnTo>
                  <a:lnTo>
                    <a:pt x="695224" y="0"/>
                  </a:lnTo>
                  <a:lnTo>
                    <a:pt x="695224" y="18913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5775373" y="1254208"/>
            <a:ext cx="6737350" cy="15386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900" spc="590" dirty="0"/>
              <a:t>OVERVIEW</a:t>
            </a:r>
            <a:endParaRPr sz="9900"/>
          </a:p>
        </p:txBody>
      </p:sp>
      <p:sp>
        <p:nvSpPr>
          <p:cNvPr id="7" name="object 7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16300"/>
              </a:lnSpc>
              <a:spcBef>
                <a:spcPts val="100"/>
              </a:spcBef>
            </a:pPr>
            <a:r>
              <a:rPr spc="-25" dirty="0"/>
              <a:t>A</a:t>
            </a:r>
            <a:r>
              <a:rPr spc="-175" dirty="0"/>
              <a:t> </a:t>
            </a:r>
            <a:r>
              <a:rPr spc="245" dirty="0"/>
              <a:t>Stock</a:t>
            </a:r>
            <a:r>
              <a:rPr spc="-175" dirty="0"/>
              <a:t> </a:t>
            </a:r>
            <a:r>
              <a:rPr spc="254" dirty="0"/>
              <a:t>Recommender</a:t>
            </a:r>
            <a:r>
              <a:rPr spc="-175" dirty="0"/>
              <a:t> </a:t>
            </a:r>
            <a:r>
              <a:rPr spc="254" dirty="0"/>
              <a:t>System</a:t>
            </a:r>
            <a:r>
              <a:rPr spc="-175" dirty="0"/>
              <a:t> </a:t>
            </a:r>
            <a:r>
              <a:rPr spc="20" dirty="0"/>
              <a:t>is</a:t>
            </a:r>
            <a:r>
              <a:rPr spc="-175" dirty="0"/>
              <a:t> </a:t>
            </a:r>
            <a:r>
              <a:rPr spc="160" dirty="0"/>
              <a:t>currently</a:t>
            </a:r>
            <a:r>
              <a:rPr spc="-170" dirty="0"/>
              <a:t> </a:t>
            </a:r>
            <a:r>
              <a:rPr spc="165" dirty="0"/>
              <a:t>being</a:t>
            </a:r>
            <a:r>
              <a:rPr spc="-175" dirty="0"/>
              <a:t> </a:t>
            </a:r>
            <a:r>
              <a:rPr spc="210" dirty="0"/>
              <a:t>developed</a:t>
            </a:r>
            <a:r>
              <a:rPr spc="-175" dirty="0"/>
              <a:t> </a:t>
            </a:r>
            <a:r>
              <a:rPr spc="190" dirty="0"/>
              <a:t>by </a:t>
            </a:r>
            <a:r>
              <a:rPr spc="-1125" dirty="0"/>
              <a:t> </a:t>
            </a:r>
            <a:r>
              <a:rPr spc="120" dirty="0"/>
              <a:t>our </a:t>
            </a:r>
            <a:r>
              <a:rPr spc="280" dirty="0"/>
              <a:t>team </a:t>
            </a:r>
            <a:r>
              <a:rPr spc="190" dirty="0"/>
              <a:t>which </a:t>
            </a:r>
            <a:r>
              <a:rPr spc="155" dirty="0"/>
              <a:t>aims </a:t>
            </a:r>
            <a:r>
              <a:rPr spc="195" dirty="0"/>
              <a:t>to </a:t>
            </a:r>
            <a:r>
              <a:rPr spc="155" dirty="0"/>
              <a:t>provide </a:t>
            </a:r>
            <a:r>
              <a:rPr spc="254" dirty="0"/>
              <a:t>a </a:t>
            </a:r>
            <a:r>
              <a:rPr spc="190" dirty="0"/>
              <a:t>seamless </a:t>
            </a:r>
            <a:r>
              <a:rPr spc="220" dirty="0"/>
              <a:t>and </a:t>
            </a:r>
            <a:r>
              <a:rPr spc="160" dirty="0"/>
              <a:t>passive </a:t>
            </a:r>
            <a:r>
              <a:rPr spc="165" dirty="0"/>
              <a:t> </a:t>
            </a:r>
            <a:r>
              <a:rPr spc="185" dirty="0"/>
              <a:t>experience </a:t>
            </a:r>
            <a:r>
              <a:rPr spc="135" dirty="0"/>
              <a:t>for </a:t>
            </a:r>
            <a:r>
              <a:rPr spc="95" dirty="0"/>
              <a:t>users, </a:t>
            </a:r>
            <a:r>
              <a:rPr spc="145" dirty="0"/>
              <a:t>leveraging </a:t>
            </a:r>
            <a:r>
              <a:rPr spc="125" dirty="0"/>
              <a:t>industry-specific </a:t>
            </a:r>
            <a:r>
              <a:rPr spc="155" dirty="0"/>
              <a:t>data, </a:t>
            </a:r>
            <a:r>
              <a:rPr spc="160" dirty="0"/>
              <a:t> </a:t>
            </a:r>
            <a:r>
              <a:rPr spc="150" dirty="0"/>
              <a:t>particular</a:t>
            </a:r>
            <a:r>
              <a:rPr spc="-170" dirty="0"/>
              <a:t> </a:t>
            </a:r>
            <a:r>
              <a:rPr spc="220" dirty="0"/>
              <a:t>and</a:t>
            </a:r>
            <a:r>
              <a:rPr spc="-170" dirty="0"/>
              <a:t> </a:t>
            </a:r>
            <a:r>
              <a:rPr spc="145" dirty="0"/>
              <a:t>popular</a:t>
            </a:r>
            <a:r>
              <a:rPr spc="-170" dirty="0"/>
              <a:t> </a:t>
            </a:r>
            <a:r>
              <a:rPr spc="125" dirty="0"/>
              <a:t>ratios</a:t>
            </a:r>
            <a:r>
              <a:rPr spc="-170" dirty="0"/>
              <a:t> </a:t>
            </a:r>
            <a:r>
              <a:rPr spc="215" dirty="0"/>
              <a:t>sourced</a:t>
            </a:r>
            <a:r>
              <a:rPr spc="-170" dirty="0"/>
              <a:t> </a:t>
            </a:r>
            <a:r>
              <a:rPr spc="185" dirty="0"/>
              <a:t>from</a:t>
            </a:r>
            <a:r>
              <a:rPr spc="-170" dirty="0"/>
              <a:t> </a:t>
            </a:r>
            <a:r>
              <a:rPr spc="225" dirty="0"/>
              <a:t>the</a:t>
            </a:r>
            <a:r>
              <a:rPr spc="-170" dirty="0"/>
              <a:t> </a:t>
            </a:r>
            <a:r>
              <a:rPr spc="150" dirty="0"/>
              <a:t>Yahoo</a:t>
            </a:r>
            <a:r>
              <a:rPr spc="-170" dirty="0"/>
              <a:t> </a:t>
            </a:r>
            <a:r>
              <a:rPr spc="180" dirty="0"/>
              <a:t>Finance </a:t>
            </a:r>
            <a:r>
              <a:rPr spc="185" dirty="0"/>
              <a:t> </a:t>
            </a:r>
            <a:r>
              <a:rPr spc="50" dirty="0"/>
              <a:t>library, </a:t>
            </a:r>
            <a:r>
              <a:rPr spc="185" dirty="0"/>
              <a:t>stock </a:t>
            </a:r>
            <a:r>
              <a:rPr spc="150" dirty="0"/>
              <a:t>symbol </a:t>
            </a:r>
            <a:r>
              <a:rPr spc="50" dirty="0"/>
              <a:t>api, </a:t>
            </a:r>
            <a:r>
              <a:rPr spc="125" dirty="0"/>
              <a:t>financial </a:t>
            </a:r>
            <a:r>
              <a:rPr spc="180" dirty="0"/>
              <a:t>models </a:t>
            </a:r>
            <a:r>
              <a:rPr spc="220" dirty="0"/>
              <a:t>and </a:t>
            </a:r>
            <a:r>
              <a:rPr spc="215" dirty="0"/>
              <a:t>machine </a:t>
            </a:r>
            <a:r>
              <a:rPr spc="220" dirty="0"/>
              <a:t> </a:t>
            </a:r>
            <a:r>
              <a:rPr spc="120" dirty="0"/>
              <a:t>learning </a:t>
            </a:r>
            <a:r>
              <a:rPr spc="200" dirty="0"/>
              <a:t>techniques </a:t>
            </a:r>
            <a:r>
              <a:rPr spc="195" dirty="0"/>
              <a:t>to </a:t>
            </a:r>
            <a:r>
              <a:rPr spc="130" dirty="0"/>
              <a:t>deliver </a:t>
            </a:r>
            <a:r>
              <a:rPr spc="114" dirty="0"/>
              <a:t>reliable </a:t>
            </a:r>
            <a:r>
              <a:rPr spc="220" dirty="0"/>
              <a:t>and </a:t>
            </a:r>
            <a:r>
              <a:rPr spc="130" dirty="0"/>
              <a:t>continuously </a:t>
            </a:r>
            <a:r>
              <a:rPr spc="135" dirty="0"/>
              <a:t> </a:t>
            </a:r>
            <a:r>
              <a:rPr spc="240" dirty="0"/>
              <a:t>updated</a:t>
            </a:r>
            <a:r>
              <a:rPr spc="-180" dirty="0"/>
              <a:t> </a:t>
            </a:r>
            <a:r>
              <a:rPr spc="185" dirty="0"/>
              <a:t>stock</a:t>
            </a:r>
            <a:r>
              <a:rPr spc="-175" dirty="0"/>
              <a:t> </a:t>
            </a:r>
            <a:r>
              <a:rPr spc="180" dirty="0"/>
              <a:t>recommendations.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028700" y="9248775"/>
            <a:ext cx="1515745" cy="0"/>
          </a:xfrm>
          <a:custGeom>
            <a:avLst/>
            <a:gdLst/>
            <a:ahLst/>
            <a:cxnLst/>
            <a:rect l="l" t="t" r="r" b="b"/>
            <a:pathLst>
              <a:path w="1515745">
                <a:moveTo>
                  <a:pt x="0" y="0"/>
                </a:moveTo>
                <a:lnTo>
                  <a:pt x="1515716" y="0"/>
                </a:lnTo>
              </a:path>
            </a:pathLst>
          </a:custGeom>
          <a:ln w="19049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2544416" y="9163731"/>
            <a:ext cx="14715490" cy="189230"/>
            <a:chOff x="2544416" y="9163731"/>
            <a:chExt cx="14715490" cy="189230"/>
          </a:xfrm>
        </p:grpSpPr>
        <p:sp>
          <p:nvSpPr>
            <p:cNvPr id="5" name="object 5"/>
            <p:cNvSpPr/>
            <p:nvPr/>
          </p:nvSpPr>
          <p:spPr>
            <a:xfrm>
              <a:off x="3239640" y="9248774"/>
              <a:ext cx="14020165" cy="0"/>
            </a:xfrm>
            <a:custGeom>
              <a:avLst/>
              <a:gdLst/>
              <a:ahLst/>
              <a:cxnLst/>
              <a:rect l="l" t="t" r="r" b="b"/>
              <a:pathLst>
                <a:path w="14020165">
                  <a:moveTo>
                    <a:pt x="0" y="0"/>
                  </a:moveTo>
                  <a:lnTo>
                    <a:pt x="14019657" y="0"/>
                  </a:lnTo>
                </a:path>
              </a:pathLst>
            </a:custGeom>
            <a:ln w="1904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544416" y="9163731"/>
              <a:ext cx="695325" cy="189230"/>
            </a:xfrm>
            <a:custGeom>
              <a:avLst/>
              <a:gdLst/>
              <a:ahLst/>
              <a:cxnLst/>
              <a:rect l="l" t="t" r="r" b="b"/>
              <a:pathLst>
                <a:path w="695325" h="189229">
                  <a:moveTo>
                    <a:pt x="695224" y="189136"/>
                  </a:moveTo>
                  <a:lnTo>
                    <a:pt x="0" y="189136"/>
                  </a:lnTo>
                  <a:lnTo>
                    <a:pt x="0" y="0"/>
                  </a:lnTo>
                  <a:lnTo>
                    <a:pt x="695224" y="0"/>
                  </a:lnTo>
                  <a:lnTo>
                    <a:pt x="695224" y="189136"/>
                  </a:lnTo>
                  <a:close/>
                </a:path>
              </a:pathLst>
            </a:custGeom>
            <a:solidFill>
              <a:srgbClr val="0986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801687" y="671114"/>
            <a:ext cx="7955280" cy="12496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8000" spc="705" dirty="0"/>
              <a:t>N</a:t>
            </a:r>
            <a:r>
              <a:rPr sz="8000" spc="235" dirty="0"/>
              <a:t>EE</a:t>
            </a:r>
            <a:r>
              <a:rPr sz="8000" spc="615" dirty="0"/>
              <a:t>D</a:t>
            </a:r>
            <a:r>
              <a:rPr sz="8000" spc="-605" dirty="0"/>
              <a:t> </a:t>
            </a:r>
            <a:r>
              <a:rPr sz="8000" spc="315" dirty="0"/>
              <a:t>A</a:t>
            </a:r>
            <a:r>
              <a:rPr sz="8000" spc="705" dirty="0"/>
              <a:t>N</a:t>
            </a:r>
            <a:r>
              <a:rPr sz="8000" spc="315" dirty="0"/>
              <a:t>A</a:t>
            </a:r>
            <a:r>
              <a:rPr sz="8000" spc="290" dirty="0"/>
              <a:t>L</a:t>
            </a:r>
            <a:r>
              <a:rPr sz="8000" spc="320" dirty="0"/>
              <a:t>Y</a:t>
            </a:r>
            <a:r>
              <a:rPr sz="8000" spc="855" dirty="0"/>
              <a:t>S</a:t>
            </a:r>
            <a:r>
              <a:rPr sz="8000" spc="310" dirty="0"/>
              <a:t>I</a:t>
            </a:r>
            <a:r>
              <a:rPr sz="8000" spc="860" dirty="0"/>
              <a:t>S</a:t>
            </a:r>
            <a:endParaRPr sz="8000"/>
          </a:p>
        </p:txBody>
      </p:sp>
      <p:grpSp>
        <p:nvGrpSpPr>
          <p:cNvPr id="8" name="object 8"/>
          <p:cNvGrpSpPr/>
          <p:nvPr/>
        </p:nvGrpSpPr>
        <p:grpSpPr>
          <a:xfrm>
            <a:off x="12657225" y="1183844"/>
            <a:ext cx="4095750" cy="4095750"/>
            <a:chOff x="12657225" y="1183844"/>
            <a:chExt cx="4095750" cy="4095750"/>
          </a:xfrm>
        </p:grpSpPr>
        <p:sp>
          <p:nvSpPr>
            <p:cNvPr id="9" name="object 9"/>
            <p:cNvSpPr/>
            <p:nvPr/>
          </p:nvSpPr>
          <p:spPr>
            <a:xfrm>
              <a:off x="13821456" y="1183844"/>
              <a:ext cx="2931795" cy="4095750"/>
            </a:xfrm>
            <a:custGeom>
              <a:avLst/>
              <a:gdLst/>
              <a:ahLst/>
              <a:cxnLst/>
              <a:rect l="l" t="t" r="r" b="b"/>
              <a:pathLst>
                <a:path w="2931794" h="4095750">
                  <a:moveTo>
                    <a:pt x="888348" y="4095539"/>
                  </a:moveTo>
                  <a:lnTo>
                    <a:pt x="830957" y="4094870"/>
                  </a:lnTo>
                  <a:lnTo>
                    <a:pt x="773608" y="4092593"/>
                  </a:lnTo>
                  <a:lnTo>
                    <a:pt x="716344" y="4088709"/>
                  </a:lnTo>
                  <a:lnTo>
                    <a:pt x="659212" y="4083222"/>
                  </a:lnTo>
                  <a:lnTo>
                    <a:pt x="602256" y="4076136"/>
                  </a:lnTo>
                  <a:lnTo>
                    <a:pt x="545521" y="4067457"/>
                  </a:lnTo>
                  <a:lnTo>
                    <a:pt x="489052" y="4057191"/>
                  </a:lnTo>
                  <a:lnTo>
                    <a:pt x="432893" y="4045347"/>
                  </a:lnTo>
                  <a:lnTo>
                    <a:pt x="377087" y="4031933"/>
                  </a:lnTo>
                  <a:lnTo>
                    <a:pt x="321679" y="4016961"/>
                  </a:lnTo>
                  <a:lnTo>
                    <a:pt x="266713" y="4000442"/>
                  </a:lnTo>
                  <a:lnTo>
                    <a:pt x="212231" y="3982388"/>
                  </a:lnTo>
                  <a:lnTo>
                    <a:pt x="158277" y="3962815"/>
                  </a:lnTo>
                  <a:lnTo>
                    <a:pt x="104892" y="3941738"/>
                  </a:lnTo>
                  <a:lnTo>
                    <a:pt x="52119" y="3919173"/>
                  </a:lnTo>
                  <a:lnTo>
                    <a:pt x="0" y="3895137"/>
                  </a:lnTo>
                  <a:lnTo>
                    <a:pt x="883523" y="2047772"/>
                  </a:lnTo>
                  <a:lnTo>
                    <a:pt x="883523" y="0"/>
                  </a:lnTo>
                  <a:lnTo>
                    <a:pt x="940913" y="804"/>
                  </a:lnTo>
                  <a:lnTo>
                    <a:pt x="998257" y="3216"/>
                  </a:lnTo>
                  <a:lnTo>
                    <a:pt x="1055511" y="7235"/>
                  </a:lnTo>
                  <a:lnTo>
                    <a:pt x="1112630" y="12856"/>
                  </a:lnTo>
                  <a:lnTo>
                    <a:pt x="1169569" y="20076"/>
                  </a:lnTo>
                  <a:lnTo>
                    <a:pt x="1226283" y="28889"/>
                  </a:lnTo>
                  <a:lnTo>
                    <a:pt x="1282728" y="39288"/>
                  </a:lnTo>
                  <a:lnTo>
                    <a:pt x="1338860" y="51265"/>
                  </a:lnTo>
                  <a:lnTo>
                    <a:pt x="1394633" y="64810"/>
                  </a:lnTo>
                  <a:lnTo>
                    <a:pt x="1450005" y="79913"/>
                  </a:lnTo>
                  <a:lnTo>
                    <a:pt x="1504933" y="96561"/>
                  </a:lnTo>
                  <a:lnTo>
                    <a:pt x="1559372" y="114743"/>
                  </a:lnTo>
                  <a:lnTo>
                    <a:pt x="1613280" y="134443"/>
                  </a:lnTo>
                  <a:lnTo>
                    <a:pt x="1666615" y="155646"/>
                  </a:lnTo>
                  <a:lnTo>
                    <a:pt x="1719334" y="178336"/>
                  </a:lnTo>
                  <a:lnTo>
                    <a:pt x="1771397" y="202494"/>
                  </a:lnTo>
                  <a:lnTo>
                    <a:pt x="1822763" y="228101"/>
                  </a:lnTo>
                  <a:lnTo>
                    <a:pt x="1873391" y="255139"/>
                  </a:lnTo>
                  <a:lnTo>
                    <a:pt x="1923241" y="283584"/>
                  </a:lnTo>
                  <a:lnTo>
                    <a:pt x="1972274" y="313415"/>
                  </a:lnTo>
                  <a:lnTo>
                    <a:pt x="2020453" y="344609"/>
                  </a:lnTo>
                  <a:lnTo>
                    <a:pt x="2067737" y="377141"/>
                  </a:lnTo>
                  <a:lnTo>
                    <a:pt x="2114092" y="410985"/>
                  </a:lnTo>
                  <a:lnTo>
                    <a:pt x="2159480" y="446115"/>
                  </a:lnTo>
                  <a:lnTo>
                    <a:pt x="2203866" y="482503"/>
                  </a:lnTo>
                  <a:lnTo>
                    <a:pt x="2247214" y="520120"/>
                  </a:lnTo>
                  <a:lnTo>
                    <a:pt x="2289491" y="558938"/>
                  </a:lnTo>
                  <a:lnTo>
                    <a:pt x="2330664" y="598926"/>
                  </a:lnTo>
                  <a:lnTo>
                    <a:pt x="2370700" y="640051"/>
                  </a:lnTo>
                  <a:lnTo>
                    <a:pt x="2409567" y="682283"/>
                  </a:lnTo>
                  <a:lnTo>
                    <a:pt x="2447236" y="725587"/>
                  </a:lnTo>
                  <a:lnTo>
                    <a:pt x="2483676" y="769929"/>
                  </a:lnTo>
                  <a:lnTo>
                    <a:pt x="2518860" y="815276"/>
                  </a:lnTo>
                  <a:lnTo>
                    <a:pt x="2552758" y="861591"/>
                  </a:lnTo>
                  <a:lnTo>
                    <a:pt x="2585346" y="908837"/>
                  </a:lnTo>
                  <a:lnTo>
                    <a:pt x="2616596" y="956979"/>
                  </a:lnTo>
                  <a:lnTo>
                    <a:pt x="2646485" y="1005977"/>
                  </a:lnTo>
                  <a:lnTo>
                    <a:pt x="2674989" y="1055793"/>
                  </a:lnTo>
                  <a:lnTo>
                    <a:pt x="2702086" y="1106389"/>
                  </a:lnTo>
                  <a:lnTo>
                    <a:pt x="2727754" y="1157725"/>
                  </a:lnTo>
                  <a:lnTo>
                    <a:pt x="2751974" y="1209759"/>
                  </a:lnTo>
                  <a:lnTo>
                    <a:pt x="2774725" y="1262452"/>
                  </a:lnTo>
                  <a:lnTo>
                    <a:pt x="2795991" y="1315762"/>
                  </a:lnTo>
                  <a:lnTo>
                    <a:pt x="2815754" y="1369647"/>
                  </a:lnTo>
                  <a:lnTo>
                    <a:pt x="2834000" y="1424065"/>
                  </a:lnTo>
                  <a:lnTo>
                    <a:pt x="2850714" y="1478972"/>
                  </a:lnTo>
                  <a:lnTo>
                    <a:pt x="2865882" y="1534326"/>
                  </a:lnTo>
                  <a:lnTo>
                    <a:pt x="2879493" y="1590084"/>
                  </a:lnTo>
                  <a:lnTo>
                    <a:pt x="2891536" y="1646201"/>
                  </a:lnTo>
                  <a:lnTo>
                    <a:pt x="2902001" y="1702634"/>
                  </a:lnTo>
                  <a:lnTo>
                    <a:pt x="2910881" y="1759338"/>
                  </a:lnTo>
                  <a:lnTo>
                    <a:pt x="2918168" y="1816269"/>
                  </a:lnTo>
                  <a:lnTo>
                    <a:pt x="2923857" y="1873381"/>
                  </a:lnTo>
                  <a:lnTo>
                    <a:pt x="2927942" y="1930630"/>
                  </a:lnTo>
                  <a:lnTo>
                    <a:pt x="2930423" y="1987971"/>
                  </a:lnTo>
                  <a:lnTo>
                    <a:pt x="2931294" y="2045360"/>
                  </a:lnTo>
                  <a:lnTo>
                    <a:pt x="2931127" y="2074060"/>
                  </a:lnTo>
                  <a:lnTo>
                    <a:pt x="2929586" y="2131429"/>
                  </a:lnTo>
                  <a:lnTo>
                    <a:pt x="2926438" y="2188743"/>
                  </a:lnTo>
                  <a:lnTo>
                    <a:pt x="2921685" y="2245935"/>
                  </a:lnTo>
                  <a:lnTo>
                    <a:pt x="2915330" y="2302983"/>
                  </a:lnTo>
                  <a:lnTo>
                    <a:pt x="2907381" y="2359819"/>
                  </a:lnTo>
                  <a:lnTo>
                    <a:pt x="2897840" y="2416421"/>
                  </a:lnTo>
                  <a:lnTo>
                    <a:pt x="2886718" y="2472722"/>
                  </a:lnTo>
                  <a:lnTo>
                    <a:pt x="2874021" y="2528701"/>
                  </a:lnTo>
                  <a:lnTo>
                    <a:pt x="2859762" y="2584291"/>
                  </a:lnTo>
                  <a:lnTo>
                    <a:pt x="2843948" y="2639470"/>
                  </a:lnTo>
                  <a:lnTo>
                    <a:pt x="2826598" y="2694173"/>
                  </a:lnTo>
                  <a:lnTo>
                    <a:pt x="2807717" y="2748380"/>
                  </a:lnTo>
                  <a:lnTo>
                    <a:pt x="2787329" y="2802026"/>
                  </a:lnTo>
                  <a:lnTo>
                    <a:pt x="2765440" y="2855089"/>
                  </a:lnTo>
                  <a:lnTo>
                    <a:pt x="2742078" y="2907508"/>
                  </a:lnTo>
                  <a:lnTo>
                    <a:pt x="2717251" y="2959262"/>
                  </a:lnTo>
                  <a:lnTo>
                    <a:pt x="2690989" y="3010289"/>
                  </a:lnTo>
                  <a:lnTo>
                    <a:pt x="2663302" y="3060571"/>
                  </a:lnTo>
                  <a:lnTo>
                    <a:pt x="2634221" y="3110047"/>
                  </a:lnTo>
                  <a:lnTo>
                    <a:pt x="2603760" y="3158698"/>
                  </a:lnTo>
                  <a:lnTo>
                    <a:pt x="2571954" y="3206467"/>
                  </a:lnTo>
                  <a:lnTo>
                    <a:pt x="2538815" y="3253335"/>
                  </a:lnTo>
                  <a:lnTo>
                    <a:pt x="2504382" y="3299247"/>
                  </a:lnTo>
                  <a:lnTo>
                    <a:pt x="2468669" y="3344185"/>
                  </a:lnTo>
                  <a:lnTo>
                    <a:pt x="2431718" y="3388095"/>
                  </a:lnTo>
                  <a:lnTo>
                    <a:pt x="2393543" y="3430962"/>
                  </a:lnTo>
                  <a:lnTo>
                    <a:pt x="2354189" y="3472733"/>
                  </a:lnTo>
                  <a:lnTo>
                    <a:pt x="2313673" y="3513393"/>
                  </a:lnTo>
                  <a:lnTo>
                    <a:pt x="2272041" y="3552894"/>
                  </a:lnTo>
                  <a:lnTo>
                    <a:pt x="2229310" y="3591220"/>
                  </a:lnTo>
                  <a:lnTo>
                    <a:pt x="2185530" y="3628326"/>
                  </a:lnTo>
                  <a:lnTo>
                    <a:pt x="2140719" y="3664198"/>
                  </a:lnTo>
                  <a:lnTo>
                    <a:pt x="2094929" y="3698793"/>
                  </a:lnTo>
                  <a:lnTo>
                    <a:pt x="2048178" y="3732097"/>
                  </a:lnTo>
                  <a:lnTo>
                    <a:pt x="2000522" y="3764072"/>
                  </a:lnTo>
                  <a:lnTo>
                    <a:pt x="1951979" y="3794705"/>
                  </a:lnTo>
                  <a:lnTo>
                    <a:pt x="1902606" y="3823960"/>
                  </a:lnTo>
                  <a:lnTo>
                    <a:pt x="1852423" y="3851825"/>
                  </a:lnTo>
                  <a:lnTo>
                    <a:pt x="1801488" y="3878268"/>
                  </a:lnTo>
                  <a:lnTo>
                    <a:pt x="1749822" y="3903277"/>
                  </a:lnTo>
                  <a:lnTo>
                    <a:pt x="1697486" y="3926824"/>
                  </a:lnTo>
                  <a:lnTo>
                    <a:pt x="1644500" y="3948900"/>
                  </a:lnTo>
                  <a:lnTo>
                    <a:pt x="1590927" y="3969478"/>
                  </a:lnTo>
                  <a:lnTo>
                    <a:pt x="1536788" y="3988550"/>
                  </a:lnTo>
                  <a:lnTo>
                    <a:pt x="1482146" y="4006094"/>
                  </a:lnTo>
                  <a:lnTo>
                    <a:pt x="1427023" y="4022103"/>
                  </a:lnTo>
                  <a:lnTo>
                    <a:pt x="1371484" y="4036558"/>
                  </a:lnTo>
                  <a:lnTo>
                    <a:pt x="1315551" y="4049453"/>
                  </a:lnTo>
                  <a:lnTo>
                    <a:pt x="1259289" y="4060773"/>
                  </a:lnTo>
                  <a:lnTo>
                    <a:pt x="1202721" y="4070514"/>
                  </a:lnTo>
                  <a:lnTo>
                    <a:pt x="1145913" y="4078665"/>
                  </a:lnTo>
                  <a:lnTo>
                    <a:pt x="1088888" y="4085221"/>
                  </a:lnTo>
                  <a:lnTo>
                    <a:pt x="1031713" y="4090176"/>
                  </a:lnTo>
                  <a:lnTo>
                    <a:pt x="974411" y="4093527"/>
                  </a:lnTo>
                  <a:lnTo>
                    <a:pt x="917048" y="4095270"/>
                  </a:lnTo>
                  <a:lnTo>
                    <a:pt x="888348" y="4095539"/>
                  </a:lnTo>
                  <a:close/>
                </a:path>
              </a:pathLst>
            </a:custGeom>
            <a:solidFill>
              <a:srgbClr val="6BE4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2709371" y="3231616"/>
              <a:ext cx="1995805" cy="1847850"/>
            </a:xfrm>
            <a:custGeom>
              <a:avLst/>
              <a:gdLst/>
              <a:ahLst/>
              <a:cxnLst/>
              <a:rect l="l" t="t" r="r" b="b"/>
              <a:pathLst>
                <a:path w="1995805" h="1847850">
                  <a:moveTo>
                    <a:pt x="1112085" y="1847365"/>
                  </a:moveTo>
                  <a:lnTo>
                    <a:pt x="1070794" y="1827045"/>
                  </a:lnTo>
                  <a:lnTo>
                    <a:pt x="1030001" y="1805819"/>
                  </a:lnTo>
                  <a:lnTo>
                    <a:pt x="989705" y="1783687"/>
                  </a:lnTo>
                  <a:lnTo>
                    <a:pt x="949907" y="1760648"/>
                  </a:lnTo>
                  <a:lnTo>
                    <a:pt x="910606" y="1736704"/>
                  </a:lnTo>
                  <a:lnTo>
                    <a:pt x="871853" y="1711884"/>
                  </a:lnTo>
                  <a:lnTo>
                    <a:pt x="833695" y="1686220"/>
                  </a:lnTo>
                  <a:lnTo>
                    <a:pt x="796134" y="1659711"/>
                  </a:lnTo>
                  <a:lnTo>
                    <a:pt x="759169" y="1632357"/>
                  </a:lnTo>
                  <a:lnTo>
                    <a:pt x="722799" y="1604159"/>
                  </a:lnTo>
                  <a:lnTo>
                    <a:pt x="687072" y="1575153"/>
                  </a:lnTo>
                  <a:lnTo>
                    <a:pt x="652031" y="1545374"/>
                  </a:lnTo>
                  <a:lnTo>
                    <a:pt x="617677" y="1514822"/>
                  </a:lnTo>
                  <a:lnTo>
                    <a:pt x="584010" y="1483498"/>
                  </a:lnTo>
                  <a:lnTo>
                    <a:pt x="551031" y="1451401"/>
                  </a:lnTo>
                  <a:lnTo>
                    <a:pt x="518779" y="1418573"/>
                  </a:lnTo>
                  <a:lnTo>
                    <a:pt x="487297" y="1385054"/>
                  </a:lnTo>
                  <a:lnTo>
                    <a:pt x="456583" y="1350845"/>
                  </a:lnTo>
                  <a:lnTo>
                    <a:pt x="426639" y="1315945"/>
                  </a:lnTo>
                  <a:lnTo>
                    <a:pt x="397465" y="1280354"/>
                  </a:lnTo>
                  <a:lnTo>
                    <a:pt x="369096" y="1244118"/>
                  </a:lnTo>
                  <a:lnTo>
                    <a:pt x="341568" y="1207282"/>
                  </a:lnTo>
                  <a:lnTo>
                    <a:pt x="314883" y="1169846"/>
                  </a:lnTo>
                  <a:lnTo>
                    <a:pt x="289039" y="1131810"/>
                  </a:lnTo>
                  <a:lnTo>
                    <a:pt x="264037" y="1093174"/>
                  </a:lnTo>
                  <a:lnTo>
                    <a:pt x="239907" y="1053987"/>
                  </a:lnTo>
                  <a:lnTo>
                    <a:pt x="216682" y="1014298"/>
                  </a:lnTo>
                  <a:lnTo>
                    <a:pt x="194360" y="974107"/>
                  </a:lnTo>
                  <a:lnTo>
                    <a:pt x="172942" y="933414"/>
                  </a:lnTo>
                  <a:lnTo>
                    <a:pt x="152428" y="892219"/>
                  </a:lnTo>
                  <a:lnTo>
                    <a:pt x="132842" y="850574"/>
                  </a:lnTo>
                  <a:lnTo>
                    <a:pt x="114211" y="808532"/>
                  </a:lnTo>
                  <a:lnTo>
                    <a:pt x="96535" y="766093"/>
                  </a:lnTo>
                  <a:lnTo>
                    <a:pt x="79812" y="723256"/>
                  </a:lnTo>
                  <a:lnTo>
                    <a:pt x="64044" y="680021"/>
                  </a:lnTo>
                  <a:lnTo>
                    <a:pt x="49249" y="636444"/>
                  </a:lnTo>
                  <a:lnTo>
                    <a:pt x="35448" y="592579"/>
                  </a:lnTo>
                  <a:lnTo>
                    <a:pt x="22639" y="548426"/>
                  </a:lnTo>
                  <a:lnTo>
                    <a:pt x="10823" y="503984"/>
                  </a:lnTo>
                  <a:lnTo>
                    <a:pt x="0" y="459255"/>
                  </a:lnTo>
                  <a:lnTo>
                    <a:pt x="1995609" y="0"/>
                  </a:lnTo>
                  <a:lnTo>
                    <a:pt x="1112085" y="1847365"/>
                  </a:lnTo>
                  <a:close/>
                </a:path>
              </a:pathLst>
            </a:custGeom>
            <a:solidFill>
              <a:srgbClr val="40B8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2657225" y="1276271"/>
              <a:ext cx="2047875" cy="2414905"/>
            </a:xfrm>
            <a:custGeom>
              <a:avLst/>
              <a:gdLst/>
              <a:ahLst/>
              <a:cxnLst/>
              <a:rect l="l" t="t" r="r" b="b"/>
              <a:pathLst>
                <a:path w="2047875" h="2414904">
                  <a:moveTo>
                    <a:pt x="52145" y="2414601"/>
                  </a:moveTo>
                  <a:lnTo>
                    <a:pt x="41959" y="2367851"/>
                  </a:lnTo>
                  <a:lnTo>
                    <a:pt x="32869" y="2320876"/>
                  </a:lnTo>
                  <a:lnTo>
                    <a:pt x="24879" y="2273701"/>
                  </a:lnTo>
                  <a:lnTo>
                    <a:pt x="17994" y="2226353"/>
                  </a:lnTo>
                  <a:lnTo>
                    <a:pt x="12216" y="2178857"/>
                  </a:lnTo>
                  <a:lnTo>
                    <a:pt x="7550" y="2131239"/>
                  </a:lnTo>
                  <a:lnTo>
                    <a:pt x="3997" y="2083524"/>
                  </a:lnTo>
                  <a:lnTo>
                    <a:pt x="1560" y="2035740"/>
                  </a:lnTo>
                  <a:lnTo>
                    <a:pt x="240" y="1987912"/>
                  </a:lnTo>
                  <a:lnTo>
                    <a:pt x="0" y="1963991"/>
                  </a:lnTo>
                  <a:lnTo>
                    <a:pt x="38" y="1940066"/>
                  </a:lnTo>
                  <a:lnTo>
                    <a:pt x="954" y="1892229"/>
                  </a:lnTo>
                  <a:lnTo>
                    <a:pt x="2987" y="1844425"/>
                  </a:lnTo>
                  <a:lnTo>
                    <a:pt x="6137" y="1796683"/>
                  </a:lnTo>
                  <a:lnTo>
                    <a:pt x="10401" y="1749027"/>
                  </a:lnTo>
                  <a:lnTo>
                    <a:pt x="15777" y="1701484"/>
                  </a:lnTo>
                  <a:lnTo>
                    <a:pt x="22263" y="1654079"/>
                  </a:lnTo>
                  <a:lnTo>
                    <a:pt x="29855" y="1606839"/>
                  </a:lnTo>
                  <a:lnTo>
                    <a:pt x="38548" y="1559789"/>
                  </a:lnTo>
                  <a:lnTo>
                    <a:pt x="48338" y="1512955"/>
                  </a:lnTo>
                  <a:lnTo>
                    <a:pt x="59220" y="1466362"/>
                  </a:lnTo>
                  <a:lnTo>
                    <a:pt x="71187" y="1420036"/>
                  </a:lnTo>
                  <a:lnTo>
                    <a:pt x="84233" y="1374003"/>
                  </a:lnTo>
                  <a:lnTo>
                    <a:pt x="98351" y="1328287"/>
                  </a:lnTo>
                  <a:lnTo>
                    <a:pt x="113533" y="1282914"/>
                  </a:lnTo>
                  <a:lnTo>
                    <a:pt x="129771" y="1237907"/>
                  </a:lnTo>
                  <a:lnTo>
                    <a:pt x="147057" y="1193292"/>
                  </a:lnTo>
                  <a:lnTo>
                    <a:pt x="165380" y="1149093"/>
                  </a:lnTo>
                  <a:lnTo>
                    <a:pt x="184731" y="1105334"/>
                  </a:lnTo>
                  <a:lnTo>
                    <a:pt x="205098" y="1062040"/>
                  </a:lnTo>
                  <a:lnTo>
                    <a:pt x="226472" y="1019233"/>
                  </a:lnTo>
                  <a:lnTo>
                    <a:pt x="248840" y="976937"/>
                  </a:lnTo>
                  <a:lnTo>
                    <a:pt x="272190" y="935175"/>
                  </a:lnTo>
                  <a:lnTo>
                    <a:pt x="296509" y="893970"/>
                  </a:lnTo>
                  <a:lnTo>
                    <a:pt x="321785" y="853345"/>
                  </a:lnTo>
                  <a:lnTo>
                    <a:pt x="348002" y="813321"/>
                  </a:lnTo>
                  <a:lnTo>
                    <a:pt x="375148" y="773921"/>
                  </a:lnTo>
                  <a:lnTo>
                    <a:pt x="403207" y="735165"/>
                  </a:lnTo>
                  <a:lnTo>
                    <a:pt x="432163" y="697076"/>
                  </a:lnTo>
                  <a:lnTo>
                    <a:pt x="462002" y="659674"/>
                  </a:lnTo>
                  <a:lnTo>
                    <a:pt x="492706" y="622979"/>
                  </a:lnTo>
                  <a:lnTo>
                    <a:pt x="524259" y="587011"/>
                  </a:lnTo>
                  <a:lnTo>
                    <a:pt x="556644" y="551790"/>
                  </a:lnTo>
                  <a:lnTo>
                    <a:pt x="589843" y="517336"/>
                  </a:lnTo>
                  <a:lnTo>
                    <a:pt x="623838" y="483667"/>
                  </a:lnTo>
                  <a:lnTo>
                    <a:pt x="658610" y="450801"/>
                  </a:lnTo>
                  <a:lnTo>
                    <a:pt x="694141" y="418756"/>
                  </a:lnTo>
                  <a:lnTo>
                    <a:pt x="730410" y="387551"/>
                  </a:lnTo>
                  <a:lnTo>
                    <a:pt x="767399" y="357201"/>
                  </a:lnTo>
                  <a:lnTo>
                    <a:pt x="805087" y="327723"/>
                  </a:lnTo>
                  <a:lnTo>
                    <a:pt x="843453" y="299135"/>
                  </a:lnTo>
                  <a:lnTo>
                    <a:pt x="882476" y="271450"/>
                  </a:lnTo>
                  <a:lnTo>
                    <a:pt x="922136" y="244685"/>
                  </a:lnTo>
                  <a:lnTo>
                    <a:pt x="962410" y="218853"/>
                  </a:lnTo>
                  <a:lnTo>
                    <a:pt x="1003277" y="193970"/>
                  </a:lnTo>
                  <a:lnTo>
                    <a:pt x="1044714" y="170048"/>
                  </a:lnTo>
                  <a:lnTo>
                    <a:pt x="1086699" y="147101"/>
                  </a:lnTo>
                  <a:lnTo>
                    <a:pt x="1129208" y="125141"/>
                  </a:lnTo>
                  <a:lnTo>
                    <a:pt x="1172218" y="104180"/>
                  </a:lnTo>
                  <a:lnTo>
                    <a:pt x="1215707" y="84230"/>
                  </a:lnTo>
                  <a:lnTo>
                    <a:pt x="1259650" y="65301"/>
                  </a:lnTo>
                  <a:lnTo>
                    <a:pt x="1304023" y="47404"/>
                  </a:lnTo>
                  <a:lnTo>
                    <a:pt x="1348802" y="30549"/>
                  </a:lnTo>
                  <a:lnTo>
                    <a:pt x="1393963" y="14744"/>
                  </a:lnTo>
                  <a:lnTo>
                    <a:pt x="1439481" y="0"/>
                  </a:lnTo>
                  <a:lnTo>
                    <a:pt x="2047754" y="1955345"/>
                  </a:lnTo>
                  <a:lnTo>
                    <a:pt x="52145" y="2414601"/>
                  </a:lnTo>
                  <a:close/>
                </a:path>
              </a:pathLst>
            </a:custGeom>
            <a:solidFill>
              <a:srgbClr val="2D8B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4096706" y="1183844"/>
              <a:ext cx="608330" cy="2047875"/>
            </a:xfrm>
            <a:custGeom>
              <a:avLst/>
              <a:gdLst/>
              <a:ahLst/>
              <a:cxnLst/>
              <a:rect l="l" t="t" r="r" b="b"/>
              <a:pathLst>
                <a:path w="608330" h="2047875">
                  <a:moveTo>
                    <a:pt x="608273" y="2047772"/>
                  </a:moveTo>
                  <a:lnTo>
                    <a:pt x="0" y="92427"/>
                  </a:lnTo>
                  <a:lnTo>
                    <a:pt x="49599" y="77669"/>
                  </a:lnTo>
                  <a:lnTo>
                    <a:pt x="99394" y="64194"/>
                  </a:lnTo>
                  <a:lnTo>
                    <a:pt x="149384" y="52001"/>
                  </a:lnTo>
                  <a:lnTo>
                    <a:pt x="199569" y="41092"/>
                  </a:lnTo>
                  <a:lnTo>
                    <a:pt x="249949" y="31465"/>
                  </a:lnTo>
                  <a:lnTo>
                    <a:pt x="300524" y="23122"/>
                  </a:lnTo>
                  <a:lnTo>
                    <a:pt x="351294" y="16061"/>
                  </a:lnTo>
                  <a:lnTo>
                    <a:pt x="402259" y="10283"/>
                  </a:lnTo>
                  <a:lnTo>
                    <a:pt x="453419" y="5788"/>
                  </a:lnTo>
                  <a:lnTo>
                    <a:pt x="504774" y="2576"/>
                  </a:lnTo>
                  <a:lnTo>
                    <a:pt x="556323" y="646"/>
                  </a:lnTo>
                  <a:lnTo>
                    <a:pt x="608068" y="0"/>
                  </a:lnTo>
                  <a:lnTo>
                    <a:pt x="608273" y="2047772"/>
                  </a:lnTo>
                  <a:close/>
                </a:path>
              </a:pathLst>
            </a:custGeom>
            <a:solidFill>
              <a:srgbClr val="2E5E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16755378" y="3520394"/>
            <a:ext cx="472440" cy="415925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5080" indent="74295">
              <a:lnSpc>
                <a:spcPct val="103000"/>
              </a:lnSpc>
              <a:spcBef>
                <a:spcPts val="80"/>
              </a:spcBef>
            </a:pPr>
            <a:r>
              <a:rPr sz="1250" b="1" spc="-50" dirty="0">
                <a:solidFill>
                  <a:srgbClr val="FFFFFF"/>
                </a:solidFill>
                <a:latin typeface="Verdana"/>
                <a:cs typeface="Verdana"/>
              </a:rPr>
              <a:t>Yes </a:t>
            </a:r>
            <a:r>
              <a:rPr sz="1250" b="1" spc="-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250" b="1" spc="-105" dirty="0">
                <a:solidFill>
                  <a:srgbClr val="FFFFFF"/>
                </a:solidFill>
                <a:latin typeface="Verdana"/>
                <a:cs typeface="Verdana"/>
              </a:rPr>
              <a:t>5</a:t>
            </a:r>
            <a:r>
              <a:rPr sz="1250" b="1" spc="-229" dirty="0">
                <a:solidFill>
                  <a:srgbClr val="FFFFFF"/>
                </a:solidFill>
                <a:latin typeface="Verdana"/>
                <a:cs typeface="Verdana"/>
              </a:rPr>
              <a:t>7</a:t>
            </a:r>
            <a:r>
              <a:rPr sz="1250" b="1" spc="-210" dirty="0">
                <a:solidFill>
                  <a:srgbClr val="FFFFFF"/>
                </a:solidFill>
                <a:latin typeface="Verdana"/>
                <a:cs typeface="Verdana"/>
              </a:rPr>
              <a:t>.</a:t>
            </a:r>
            <a:r>
              <a:rPr sz="1250" b="1" spc="-315" dirty="0">
                <a:solidFill>
                  <a:srgbClr val="FFFFFF"/>
                </a:solidFill>
                <a:latin typeface="Verdana"/>
                <a:cs typeface="Verdana"/>
              </a:rPr>
              <a:t>1</a:t>
            </a:r>
            <a:r>
              <a:rPr sz="1250" b="1" spc="-355" dirty="0">
                <a:solidFill>
                  <a:srgbClr val="FFFFFF"/>
                </a:solidFill>
                <a:latin typeface="Verdana"/>
                <a:cs typeface="Verdana"/>
              </a:rPr>
              <a:t>%</a:t>
            </a:r>
            <a:endParaRPr sz="1250">
              <a:latin typeface="Verdana"/>
              <a:cs typeface="Verdan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2286937" y="1748471"/>
            <a:ext cx="603250" cy="4533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0165" marR="5080" indent="-38100">
              <a:lnSpc>
                <a:spcPct val="112300"/>
              </a:lnSpc>
              <a:spcBef>
                <a:spcPts val="95"/>
              </a:spcBef>
            </a:pPr>
            <a:r>
              <a:rPr sz="1250" b="1" spc="20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1250" b="1" spc="-4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1250" b="1" spc="-10" dirty="0">
                <a:solidFill>
                  <a:srgbClr val="FFFFFF"/>
                </a:solidFill>
                <a:latin typeface="Verdana"/>
                <a:cs typeface="Verdana"/>
              </a:rPr>
              <a:t>y</a:t>
            </a:r>
            <a:r>
              <a:rPr sz="1250" b="1" spc="30" dirty="0">
                <a:solidFill>
                  <a:srgbClr val="FFFFFF"/>
                </a:solidFill>
                <a:latin typeface="Verdana"/>
                <a:cs typeface="Verdana"/>
              </a:rPr>
              <a:t>b</a:t>
            </a:r>
            <a:r>
              <a:rPr sz="1250" b="1" spc="5" dirty="0">
                <a:solidFill>
                  <a:srgbClr val="FFFFFF"/>
                </a:solidFill>
                <a:latin typeface="Verdana"/>
                <a:cs typeface="Verdana"/>
              </a:rPr>
              <a:t>e  </a:t>
            </a:r>
            <a:r>
              <a:rPr sz="1250" b="1" spc="-155" dirty="0">
                <a:solidFill>
                  <a:srgbClr val="FFFFFF"/>
                </a:solidFill>
                <a:latin typeface="Verdana"/>
                <a:cs typeface="Verdana"/>
              </a:rPr>
              <a:t>23.8%</a:t>
            </a:r>
            <a:endParaRPr sz="1250">
              <a:latin typeface="Verdana"/>
              <a:cs typeface="Verdan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2580673" y="4500117"/>
            <a:ext cx="508634" cy="415925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5080" indent="123189">
              <a:lnSpc>
                <a:spcPct val="103000"/>
              </a:lnSpc>
              <a:spcBef>
                <a:spcPts val="80"/>
              </a:spcBef>
            </a:pPr>
            <a:r>
              <a:rPr sz="1250" b="1" spc="-35" dirty="0">
                <a:solidFill>
                  <a:srgbClr val="FFFFFF"/>
                </a:solidFill>
                <a:latin typeface="Verdana"/>
                <a:cs typeface="Verdana"/>
              </a:rPr>
              <a:t>No </a:t>
            </a:r>
            <a:r>
              <a:rPr sz="1250" b="1" spc="-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250" b="1" spc="-315" dirty="0">
                <a:solidFill>
                  <a:srgbClr val="FFFFFF"/>
                </a:solidFill>
                <a:latin typeface="Verdana"/>
                <a:cs typeface="Verdana"/>
              </a:rPr>
              <a:t>1</a:t>
            </a:r>
            <a:r>
              <a:rPr sz="1250" b="1" spc="-45" dirty="0">
                <a:solidFill>
                  <a:srgbClr val="FFFFFF"/>
                </a:solidFill>
                <a:latin typeface="Verdana"/>
                <a:cs typeface="Verdana"/>
              </a:rPr>
              <a:t>4</a:t>
            </a:r>
            <a:r>
              <a:rPr sz="1250" b="1" spc="-125" dirty="0">
                <a:solidFill>
                  <a:srgbClr val="FFFFFF"/>
                </a:solidFill>
                <a:latin typeface="Verdana"/>
                <a:cs typeface="Verdana"/>
              </a:rPr>
              <a:t>.</a:t>
            </a:r>
            <a:r>
              <a:rPr sz="1250" b="1" spc="-85" dirty="0">
                <a:solidFill>
                  <a:srgbClr val="FFFFFF"/>
                </a:solidFill>
                <a:latin typeface="Verdana"/>
                <a:cs typeface="Verdana"/>
              </a:rPr>
              <a:t>3</a:t>
            </a:r>
            <a:r>
              <a:rPr sz="1250" b="1" spc="-355" dirty="0">
                <a:solidFill>
                  <a:srgbClr val="FFFFFF"/>
                </a:solidFill>
                <a:latin typeface="Verdana"/>
                <a:cs typeface="Verdana"/>
              </a:rPr>
              <a:t>%</a:t>
            </a:r>
            <a:endParaRPr sz="1250">
              <a:latin typeface="Verdana"/>
              <a:cs typeface="Verdan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3885811" y="694721"/>
            <a:ext cx="948690" cy="4533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69875" marR="5080" indent="-257810">
              <a:lnSpc>
                <a:spcPct val="112300"/>
              </a:lnSpc>
              <a:spcBef>
                <a:spcPts val="95"/>
              </a:spcBef>
            </a:pPr>
            <a:r>
              <a:rPr sz="1250" b="1" spc="20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1250" b="1" spc="-4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1250" b="1" spc="-10" dirty="0">
                <a:solidFill>
                  <a:srgbClr val="FFFFFF"/>
                </a:solidFill>
                <a:latin typeface="Verdana"/>
                <a:cs typeface="Verdana"/>
              </a:rPr>
              <a:t>y</a:t>
            </a:r>
            <a:r>
              <a:rPr sz="1250" b="1" spc="30" dirty="0">
                <a:solidFill>
                  <a:srgbClr val="FFFFFF"/>
                </a:solidFill>
                <a:latin typeface="Verdana"/>
                <a:cs typeface="Verdana"/>
              </a:rPr>
              <a:t>b</a:t>
            </a:r>
            <a:r>
              <a:rPr sz="1250" b="1" spc="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1250" b="1" spc="-1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250" b="1" spc="-70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1250" b="1" spc="-20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1250" b="1" spc="35" dirty="0">
                <a:solidFill>
                  <a:srgbClr val="FFFFFF"/>
                </a:solidFill>
                <a:latin typeface="Verdana"/>
                <a:cs typeface="Verdana"/>
              </a:rPr>
              <a:t>t  </a:t>
            </a:r>
            <a:r>
              <a:rPr sz="1250" b="1" spc="-155" dirty="0">
                <a:solidFill>
                  <a:srgbClr val="FFFFFF"/>
                </a:solidFill>
                <a:latin typeface="Verdana"/>
                <a:cs typeface="Verdana"/>
              </a:rPr>
              <a:t>4.8%</a:t>
            </a:r>
            <a:endParaRPr sz="1250">
              <a:latin typeface="Verdana"/>
              <a:cs typeface="Verdana"/>
            </a:endParaRPr>
          </a:p>
        </p:txBody>
      </p:sp>
      <p:pic>
        <p:nvPicPr>
          <p:cNvPr id="17" name="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9095" y="2353027"/>
            <a:ext cx="151164" cy="151164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1016000" y="2000961"/>
            <a:ext cx="10808970" cy="3097530"/>
          </a:xfrm>
          <a:prstGeom prst="rect">
            <a:avLst/>
          </a:prstGeom>
        </p:spPr>
        <p:txBody>
          <a:bodyPr vert="horz" wrap="square" lIns="0" tIns="143510" rIns="0" bIns="0" rtlCol="0">
            <a:spAutoFit/>
          </a:bodyPr>
          <a:lstStyle/>
          <a:p>
            <a:pPr marL="142240">
              <a:lnSpc>
                <a:spcPct val="100000"/>
              </a:lnSpc>
              <a:spcBef>
                <a:spcPts val="1130"/>
              </a:spcBef>
            </a:pPr>
            <a:r>
              <a:rPr sz="335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Survey-Driven</a:t>
            </a:r>
            <a:r>
              <a:rPr sz="3350" spc="-26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335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Demand:</a:t>
            </a:r>
            <a:endParaRPr sz="3350">
              <a:latin typeface="Lucida Sans Unicode"/>
              <a:cs typeface="Lucida Sans Unicode"/>
            </a:endParaRPr>
          </a:p>
          <a:p>
            <a:pPr marL="12700" marR="1741805">
              <a:lnSpc>
                <a:spcPct val="116700"/>
              </a:lnSpc>
              <a:spcBef>
                <a:spcPts val="234"/>
              </a:spcBef>
            </a:pPr>
            <a:r>
              <a:rPr sz="225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I</a:t>
            </a:r>
            <a:r>
              <a:rPr sz="225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n</a:t>
            </a:r>
            <a:r>
              <a:rPr sz="2250" spc="-35" dirty="0">
                <a:solidFill>
                  <a:srgbClr val="FFFFFF"/>
                </a:solidFill>
                <a:latin typeface="Lucida Sans Unicode"/>
                <a:cs typeface="Lucida Sans Unicode"/>
              </a:rPr>
              <a:t>s</a:t>
            </a:r>
            <a:r>
              <a:rPr sz="2250" spc="-55" dirty="0">
                <a:solidFill>
                  <a:srgbClr val="FFFFFF"/>
                </a:solidFill>
                <a:latin typeface="Lucida Sans Unicode"/>
                <a:cs typeface="Lucida Sans Unicode"/>
              </a:rPr>
              <a:t>i</a:t>
            </a:r>
            <a:r>
              <a:rPr sz="2250" spc="-170" dirty="0">
                <a:solidFill>
                  <a:srgbClr val="FFFFFF"/>
                </a:solidFill>
                <a:latin typeface="Lucida Sans Unicode"/>
                <a:cs typeface="Lucida Sans Unicode"/>
              </a:rPr>
              <a:t>g</a:t>
            </a:r>
            <a:r>
              <a:rPr sz="225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h</a:t>
            </a:r>
            <a:r>
              <a:rPr sz="2250" spc="75" dirty="0">
                <a:solidFill>
                  <a:srgbClr val="FFFFFF"/>
                </a:solidFill>
                <a:latin typeface="Lucida Sans Unicode"/>
                <a:cs typeface="Lucida Sans Unicode"/>
              </a:rPr>
              <a:t>t</a:t>
            </a:r>
            <a:r>
              <a:rPr sz="2250" spc="-120" dirty="0">
                <a:solidFill>
                  <a:srgbClr val="FFFFFF"/>
                </a:solidFill>
                <a:latin typeface="Lucida Sans Unicode"/>
                <a:cs typeface="Lucida Sans Unicode"/>
              </a:rPr>
              <a:t>:</a:t>
            </a:r>
            <a:r>
              <a:rPr sz="2250" spc="-16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250" spc="215" dirty="0">
                <a:solidFill>
                  <a:srgbClr val="FFFFFF"/>
                </a:solidFill>
                <a:latin typeface="Lucida Sans Unicode"/>
                <a:cs typeface="Lucida Sans Unicode"/>
              </a:rPr>
              <a:t>P</a:t>
            </a:r>
            <a:r>
              <a:rPr sz="225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r</a:t>
            </a:r>
            <a:r>
              <a:rPr sz="2250" spc="3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2250" spc="-455" dirty="0">
                <a:solidFill>
                  <a:srgbClr val="FFFFFF"/>
                </a:solidFill>
                <a:latin typeface="Lucida Sans Unicode"/>
                <a:cs typeface="Lucida Sans Unicode"/>
              </a:rPr>
              <a:t>-</a:t>
            </a:r>
            <a:r>
              <a:rPr sz="2250" spc="25" dirty="0">
                <a:solidFill>
                  <a:srgbClr val="FFFFFF"/>
                </a:solidFill>
                <a:latin typeface="Lucida Sans Unicode"/>
                <a:cs typeface="Lucida Sans Unicode"/>
              </a:rPr>
              <a:t>p</a:t>
            </a:r>
            <a:r>
              <a:rPr sz="225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r</a:t>
            </a:r>
            <a:r>
              <a:rPr sz="2250" spc="5" dirty="0">
                <a:solidFill>
                  <a:srgbClr val="FFFFFF"/>
                </a:solidFill>
                <a:latin typeface="Lucida Sans Unicode"/>
                <a:cs typeface="Lucida Sans Unicode"/>
              </a:rPr>
              <a:t>o</a:t>
            </a:r>
            <a:r>
              <a:rPr sz="2250" spc="-90" dirty="0">
                <a:solidFill>
                  <a:srgbClr val="FFFFFF"/>
                </a:solidFill>
                <a:latin typeface="Lucida Sans Unicode"/>
                <a:cs typeface="Lucida Sans Unicode"/>
              </a:rPr>
              <a:t>j</a:t>
            </a:r>
            <a:r>
              <a:rPr sz="2250" spc="3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225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c</a:t>
            </a:r>
            <a:r>
              <a:rPr sz="225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t</a:t>
            </a:r>
            <a:r>
              <a:rPr sz="2250" spc="-16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250" spc="-35" dirty="0">
                <a:solidFill>
                  <a:srgbClr val="FFFFFF"/>
                </a:solidFill>
                <a:latin typeface="Lucida Sans Unicode"/>
                <a:cs typeface="Lucida Sans Unicode"/>
              </a:rPr>
              <a:t>s</a:t>
            </a:r>
            <a:r>
              <a:rPr sz="225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u</a:t>
            </a:r>
            <a:r>
              <a:rPr sz="225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r</a:t>
            </a:r>
            <a:r>
              <a:rPr sz="2250" spc="114" dirty="0">
                <a:solidFill>
                  <a:srgbClr val="FFFFFF"/>
                </a:solidFill>
                <a:latin typeface="Lucida Sans Unicode"/>
                <a:cs typeface="Lucida Sans Unicode"/>
              </a:rPr>
              <a:t>v</a:t>
            </a:r>
            <a:r>
              <a:rPr sz="2250" spc="3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2250" spc="100" dirty="0">
                <a:solidFill>
                  <a:srgbClr val="FFFFFF"/>
                </a:solidFill>
                <a:latin typeface="Lucida Sans Unicode"/>
                <a:cs typeface="Lucida Sans Unicode"/>
              </a:rPr>
              <a:t>y</a:t>
            </a:r>
            <a:r>
              <a:rPr sz="2250" spc="-16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25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h</a:t>
            </a:r>
            <a:r>
              <a:rPr sz="2250" spc="-55" dirty="0">
                <a:solidFill>
                  <a:srgbClr val="FFFFFF"/>
                </a:solidFill>
                <a:latin typeface="Lucida Sans Unicode"/>
                <a:cs typeface="Lucida Sans Unicode"/>
              </a:rPr>
              <a:t>i</a:t>
            </a:r>
            <a:r>
              <a:rPr sz="2250" spc="-170" dirty="0">
                <a:solidFill>
                  <a:srgbClr val="FFFFFF"/>
                </a:solidFill>
                <a:latin typeface="Lucida Sans Unicode"/>
                <a:cs typeface="Lucida Sans Unicode"/>
              </a:rPr>
              <a:t>g</a:t>
            </a:r>
            <a:r>
              <a:rPr sz="225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h</a:t>
            </a:r>
            <a:r>
              <a:rPr sz="2250" dirty="0">
                <a:solidFill>
                  <a:srgbClr val="FFFFFF"/>
                </a:solidFill>
                <a:latin typeface="Lucida Sans Unicode"/>
                <a:cs typeface="Lucida Sans Unicode"/>
              </a:rPr>
              <a:t>l</a:t>
            </a:r>
            <a:r>
              <a:rPr sz="2250" spc="-55" dirty="0">
                <a:solidFill>
                  <a:srgbClr val="FFFFFF"/>
                </a:solidFill>
                <a:latin typeface="Lucida Sans Unicode"/>
                <a:cs typeface="Lucida Sans Unicode"/>
              </a:rPr>
              <a:t>i</a:t>
            </a:r>
            <a:r>
              <a:rPr sz="2250" spc="-170" dirty="0">
                <a:solidFill>
                  <a:srgbClr val="FFFFFF"/>
                </a:solidFill>
                <a:latin typeface="Lucida Sans Unicode"/>
                <a:cs typeface="Lucida Sans Unicode"/>
              </a:rPr>
              <a:t>g</a:t>
            </a:r>
            <a:r>
              <a:rPr sz="225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h</a:t>
            </a:r>
            <a:r>
              <a:rPr sz="2250" spc="75" dirty="0">
                <a:solidFill>
                  <a:srgbClr val="FFFFFF"/>
                </a:solidFill>
                <a:latin typeface="Lucida Sans Unicode"/>
                <a:cs typeface="Lucida Sans Unicode"/>
              </a:rPr>
              <a:t>t</a:t>
            </a:r>
            <a:r>
              <a:rPr sz="2250" spc="-30" dirty="0">
                <a:solidFill>
                  <a:srgbClr val="FFFFFF"/>
                </a:solidFill>
                <a:latin typeface="Lucida Sans Unicode"/>
                <a:cs typeface="Lucida Sans Unicode"/>
              </a:rPr>
              <a:t>s</a:t>
            </a:r>
            <a:r>
              <a:rPr sz="2250" spc="-16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250" spc="-35" dirty="0">
                <a:solidFill>
                  <a:srgbClr val="FFFFFF"/>
                </a:solidFill>
                <a:latin typeface="Lucida Sans Unicode"/>
                <a:cs typeface="Lucida Sans Unicode"/>
              </a:rPr>
              <a:t>s</a:t>
            </a:r>
            <a:r>
              <a:rPr sz="2250" spc="-55" dirty="0">
                <a:solidFill>
                  <a:srgbClr val="FFFFFF"/>
                </a:solidFill>
                <a:latin typeface="Lucida Sans Unicode"/>
                <a:cs typeface="Lucida Sans Unicode"/>
              </a:rPr>
              <a:t>i</a:t>
            </a:r>
            <a:r>
              <a:rPr sz="2250" spc="-170" dirty="0">
                <a:solidFill>
                  <a:srgbClr val="FFFFFF"/>
                </a:solidFill>
                <a:latin typeface="Lucida Sans Unicode"/>
                <a:cs typeface="Lucida Sans Unicode"/>
              </a:rPr>
              <a:t>g</a:t>
            </a:r>
            <a:r>
              <a:rPr sz="225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n</a:t>
            </a:r>
            <a:r>
              <a:rPr sz="2250" spc="-55" dirty="0">
                <a:solidFill>
                  <a:srgbClr val="FFFFFF"/>
                </a:solidFill>
                <a:latin typeface="Lucida Sans Unicode"/>
                <a:cs typeface="Lucida Sans Unicode"/>
              </a:rPr>
              <a:t>i</a:t>
            </a:r>
            <a:r>
              <a:rPr sz="2250" spc="30" dirty="0">
                <a:solidFill>
                  <a:srgbClr val="FFFFFF"/>
                </a:solidFill>
                <a:latin typeface="Lucida Sans Unicode"/>
                <a:cs typeface="Lucida Sans Unicode"/>
              </a:rPr>
              <a:t>f</a:t>
            </a:r>
            <a:r>
              <a:rPr sz="2250" spc="-55" dirty="0">
                <a:solidFill>
                  <a:srgbClr val="FFFFFF"/>
                </a:solidFill>
                <a:latin typeface="Lucida Sans Unicode"/>
                <a:cs typeface="Lucida Sans Unicode"/>
              </a:rPr>
              <a:t>i</a:t>
            </a:r>
            <a:r>
              <a:rPr sz="225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c</a:t>
            </a:r>
            <a:r>
              <a:rPr sz="2250" spc="5" dirty="0">
                <a:solidFill>
                  <a:srgbClr val="FFFFFF"/>
                </a:solidFill>
                <a:latin typeface="Lucida Sans Unicode"/>
                <a:cs typeface="Lucida Sans Unicode"/>
              </a:rPr>
              <a:t>a</a:t>
            </a:r>
            <a:r>
              <a:rPr sz="225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n</a:t>
            </a:r>
            <a:r>
              <a:rPr sz="225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t</a:t>
            </a:r>
            <a:r>
              <a:rPr sz="2250" spc="-16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250" spc="25" dirty="0">
                <a:solidFill>
                  <a:srgbClr val="FFFFFF"/>
                </a:solidFill>
                <a:latin typeface="Lucida Sans Unicode"/>
                <a:cs typeface="Lucida Sans Unicode"/>
              </a:rPr>
              <a:t>d</a:t>
            </a:r>
            <a:r>
              <a:rPr sz="2250" spc="3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2250" spc="-40" dirty="0">
                <a:solidFill>
                  <a:srgbClr val="FFFFFF"/>
                </a:solidFill>
                <a:latin typeface="Lucida Sans Unicode"/>
                <a:cs typeface="Lucida Sans Unicode"/>
              </a:rPr>
              <a:t>m</a:t>
            </a:r>
            <a:r>
              <a:rPr sz="2250" spc="5" dirty="0">
                <a:solidFill>
                  <a:srgbClr val="FFFFFF"/>
                </a:solidFill>
                <a:latin typeface="Lucida Sans Unicode"/>
                <a:cs typeface="Lucida Sans Unicode"/>
              </a:rPr>
              <a:t>a</a:t>
            </a:r>
            <a:r>
              <a:rPr sz="225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n</a:t>
            </a:r>
            <a:r>
              <a:rPr sz="2250" spc="30" dirty="0">
                <a:solidFill>
                  <a:srgbClr val="FFFFFF"/>
                </a:solidFill>
                <a:latin typeface="Lucida Sans Unicode"/>
                <a:cs typeface="Lucida Sans Unicode"/>
              </a:rPr>
              <a:t>d</a:t>
            </a:r>
            <a:r>
              <a:rPr sz="2250" spc="-16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250" spc="30" dirty="0">
                <a:solidFill>
                  <a:srgbClr val="FFFFFF"/>
                </a:solidFill>
                <a:latin typeface="Lucida Sans Unicode"/>
                <a:cs typeface="Lucida Sans Unicode"/>
              </a:rPr>
              <a:t>f</a:t>
            </a:r>
            <a:r>
              <a:rPr sz="2250" spc="5" dirty="0">
                <a:solidFill>
                  <a:srgbClr val="FFFFFF"/>
                </a:solidFill>
                <a:latin typeface="Lucida Sans Unicode"/>
                <a:cs typeface="Lucida Sans Unicode"/>
              </a:rPr>
              <a:t>o</a:t>
            </a:r>
            <a:r>
              <a:rPr sz="2250" spc="15" dirty="0">
                <a:solidFill>
                  <a:srgbClr val="FFFFFF"/>
                </a:solidFill>
                <a:latin typeface="Lucida Sans Unicode"/>
                <a:cs typeface="Lucida Sans Unicode"/>
              </a:rPr>
              <a:t>r</a:t>
            </a:r>
            <a:r>
              <a:rPr sz="2250" spc="-16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250" spc="-35" dirty="0">
                <a:solidFill>
                  <a:srgbClr val="FFFFFF"/>
                </a:solidFill>
                <a:latin typeface="Lucida Sans Unicode"/>
                <a:cs typeface="Lucida Sans Unicode"/>
              </a:rPr>
              <a:t>s</a:t>
            </a:r>
            <a:r>
              <a:rPr sz="2250" spc="75" dirty="0">
                <a:solidFill>
                  <a:srgbClr val="FFFFFF"/>
                </a:solidFill>
                <a:latin typeface="Lucida Sans Unicode"/>
                <a:cs typeface="Lucida Sans Unicode"/>
              </a:rPr>
              <a:t>t</a:t>
            </a:r>
            <a:r>
              <a:rPr sz="2250" spc="5" dirty="0">
                <a:solidFill>
                  <a:srgbClr val="FFFFFF"/>
                </a:solidFill>
                <a:latin typeface="Lucida Sans Unicode"/>
                <a:cs typeface="Lucida Sans Unicode"/>
              </a:rPr>
              <a:t>o</a:t>
            </a:r>
            <a:r>
              <a:rPr sz="225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c</a:t>
            </a:r>
            <a:r>
              <a:rPr sz="2250" spc="-130" dirty="0">
                <a:solidFill>
                  <a:srgbClr val="FFFFFF"/>
                </a:solidFill>
                <a:latin typeface="Lucida Sans Unicode"/>
                <a:cs typeface="Lucida Sans Unicode"/>
              </a:rPr>
              <a:t>k  </a:t>
            </a:r>
            <a:r>
              <a:rPr sz="2250" spc="15" dirty="0">
                <a:solidFill>
                  <a:srgbClr val="FFFFFF"/>
                </a:solidFill>
                <a:latin typeface="Lucida Sans Unicode"/>
                <a:cs typeface="Lucida Sans Unicode"/>
              </a:rPr>
              <a:t>recommender</a:t>
            </a:r>
            <a:r>
              <a:rPr sz="2250" spc="-17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2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tool.</a:t>
            </a:r>
            <a:endParaRPr sz="2250">
              <a:latin typeface="Lucida Sans Unicode"/>
              <a:cs typeface="Lucida Sans Unicode"/>
            </a:endParaRPr>
          </a:p>
          <a:p>
            <a:pPr marL="12700" marR="5080">
              <a:lnSpc>
                <a:spcPct val="116700"/>
              </a:lnSpc>
            </a:pPr>
            <a:r>
              <a:rPr sz="2250" spc="-40" dirty="0">
                <a:solidFill>
                  <a:srgbClr val="FFFFFF"/>
                </a:solidFill>
                <a:latin typeface="Lucida Sans Unicode"/>
                <a:cs typeface="Lucida Sans Unicode"/>
              </a:rPr>
              <a:t>Findings:</a:t>
            </a:r>
            <a:r>
              <a:rPr sz="2250" spc="-16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250" spc="45" dirty="0">
                <a:solidFill>
                  <a:srgbClr val="FFFFFF"/>
                </a:solidFill>
                <a:latin typeface="Lucida Sans Unicode"/>
                <a:cs typeface="Lucida Sans Unicode"/>
              </a:rPr>
              <a:t>Many</a:t>
            </a:r>
            <a:r>
              <a:rPr sz="2250" spc="-16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25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respondents</a:t>
            </a:r>
            <a:r>
              <a:rPr sz="2250" spc="-1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250" spc="-30" dirty="0">
                <a:solidFill>
                  <a:srgbClr val="FFFFFF"/>
                </a:solidFill>
                <a:latin typeface="Lucida Sans Unicode"/>
                <a:cs typeface="Lucida Sans Unicode"/>
              </a:rPr>
              <a:t>express</a:t>
            </a:r>
            <a:r>
              <a:rPr sz="2250" spc="-16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25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need</a:t>
            </a:r>
            <a:r>
              <a:rPr sz="2250" spc="-1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250" spc="15" dirty="0">
                <a:solidFill>
                  <a:srgbClr val="FFFFFF"/>
                </a:solidFill>
                <a:latin typeface="Lucida Sans Unicode"/>
                <a:cs typeface="Lucida Sans Unicode"/>
              </a:rPr>
              <a:t>for</a:t>
            </a:r>
            <a:r>
              <a:rPr sz="2250" spc="-16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25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a</a:t>
            </a:r>
            <a:r>
              <a:rPr sz="2250" spc="-1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2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stock</a:t>
            </a:r>
            <a:r>
              <a:rPr sz="2250" spc="-16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25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recommendation</a:t>
            </a:r>
            <a:r>
              <a:rPr sz="2250" spc="-1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250" spc="15" dirty="0">
                <a:solidFill>
                  <a:srgbClr val="FFFFFF"/>
                </a:solidFill>
                <a:latin typeface="Lucida Sans Unicode"/>
                <a:cs typeface="Lucida Sans Unicode"/>
              </a:rPr>
              <a:t>system </a:t>
            </a:r>
            <a:r>
              <a:rPr sz="2250" spc="-70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2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regardless</a:t>
            </a:r>
            <a:r>
              <a:rPr sz="2250" spc="-17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25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of</a:t>
            </a:r>
            <a:r>
              <a:rPr sz="2250" spc="-16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25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their</a:t>
            </a:r>
            <a:r>
              <a:rPr sz="2250" spc="-16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2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stock</a:t>
            </a:r>
            <a:r>
              <a:rPr sz="2250" spc="-16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250" spc="-35" dirty="0">
                <a:solidFill>
                  <a:srgbClr val="FFFFFF"/>
                </a:solidFill>
                <a:latin typeface="Lucida Sans Unicode"/>
                <a:cs typeface="Lucida Sans Unicode"/>
              </a:rPr>
              <a:t>knowledge.</a:t>
            </a:r>
            <a:endParaRPr sz="2250">
              <a:latin typeface="Lucida Sans Unicode"/>
              <a:cs typeface="Lucida Sans Unicode"/>
            </a:endParaRPr>
          </a:p>
          <a:p>
            <a:pPr marL="12700" marR="364490">
              <a:lnSpc>
                <a:spcPct val="116700"/>
              </a:lnSpc>
            </a:pPr>
            <a:r>
              <a:rPr sz="225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Significance:</a:t>
            </a:r>
            <a:r>
              <a:rPr sz="2250" spc="-1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250" spc="-65" dirty="0">
                <a:solidFill>
                  <a:srgbClr val="FFFFFF"/>
                </a:solidFill>
                <a:latin typeface="Lucida Sans Unicode"/>
                <a:cs typeface="Lucida Sans Unicode"/>
              </a:rPr>
              <a:t>Aligning</a:t>
            </a:r>
            <a:r>
              <a:rPr sz="2250" spc="-1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25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project</a:t>
            </a:r>
            <a:r>
              <a:rPr sz="2250" spc="-1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25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with</a:t>
            </a:r>
            <a:r>
              <a:rPr sz="2250" spc="-1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250" spc="25" dirty="0">
                <a:solidFill>
                  <a:srgbClr val="FFFFFF"/>
                </a:solidFill>
                <a:latin typeface="Lucida Sans Unicode"/>
                <a:cs typeface="Lucida Sans Unicode"/>
              </a:rPr>
              <a:t>actual</a:t>
            </a:r>
            <a:r>
              <a:rPr sz="2250" spc="-1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25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user</a:t>
            </a:r>
            <a:r>
              <a:rPr sz="2250" spc="-1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25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needs</a:t>
            </a:r>
            <a:r>
              <a:rPr sz="2250" spc="-1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250" spc="5" dirty="0">
                <a:solidFill>
                  <a:srgbClr val="FFFFFF"/>
                </a:solidFill>
                <a:latin typeface="Lucida Sans Unicode"/>
                <a:cs typeface="Lucida Sans Unicode"/>
              </a:rPr>
              <a:t>increases</a:t>
            </a:r>
            <a:r>
              <a:rPr sz="2250" spc="-1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25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adoption</a:t>
            </a:r>
            <a:r>
              <a:rPr sz="2250" spc="-1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25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and </a:t>
            </a:r>
            <a:r>
              <a:rPr sz="2250" spc="-69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250" dirty="0">
                <a:solidFill>
                  <a:srgbClr val="FFFFFF"/>
                </a:solidFill>
                <a:latin typeface="Lucida Sans Unicode"/>
                <a:cs typeface="Lucida Sans Unicode"/>
              </a:rPr>
              <a:t>satisfaction.</a:t>
            </a:r>
            <a:endParaRPr sz="2250">
              <a:latin typeface="Lucida Sans Unicode"/>
              <a:cs typeface="Lucida Sans Unicode"/>
            </a:endParaRPr>
          </a:p>
        </p:txBody>
      </p:sp>
      <p:pic>
        <p:nvPicPr>
          <p:cNvPr id="19" name="object 1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2581" y="5680489"/>
            <a:ext cx="152400" cy="152399"/>
          </a:xfrm>
          <a:prstGeom prst="rect">
            <a:avLst/>
          </a:prstGeom>
        </p:spPr>
      </p:pic>
      <p:sp>
        <p:nvSpPr>
          <p:cNvPr id="20" name="object 20"/>
          <p:cNvSpPr txBox="1"/>
          <p:nvPr/>
        </p:nvSpPr>
        <p:spPr>
          <a:xfrm>
            <a:off x="1016000" y="5387675"/>
            <a:ext cx="10172700" cy="2201545"/>
          </a:xfrm>
          <a:prstGeom prst="rect">
            <a:avLst/>
          </a:prstGeom>
        </p:spPr>
        <p:txBody>
          <a:bodyPr vert="horz" wrap="square" lIns="0" tIns="86360" rIns="0" bIns="0" rtlCol="0">
            <a:spAutoFit/>
          </a:bodyPr>
          <a:lstStyle/>
          <a:p>
            <a:pPr marL="142240">
              <a:lnSpc>
                <a:spcPct val="100000"/>
              </a:lnSpc>
              <a:spcBef>
                <a:spcPts val="680"/>
              </a:spcBef>
            </a:pPr>
            <a:r>
              <a:rPr sz="3350" dirty="0">
                <a:solidFill>
                  <a:srgbClr val="FFFFFF"/>
                </a:solidFill>
                <a:latin typeface="Lucida Sans Unicode"/>
                <a:cs typeface="Lucida Sans Unicode"/>
              </a:rPr>
              <a:t>Industry-Centric</a:t>
            </a:r>
            <a:r>
              <a:rPr sz="3350" spc="-2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33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Sorting:</a:t>
            </a:r>
            <a:endParaRPr sz="3350">
              <a:latin typeface="Lucida Sans Unicode"/>
              <a:cs typeface="Lucida Sans Unicode"/>
            </a:endParaRPr>
          </a:p>
          <a:p>
            <a:pPr marL="12700" marR="105410">
              <a:lnSpc>
                <a:spcPts val="3150"/>
              </a:lnSpc>
              <a:spcBef>
                <a:spcPts val="110"/>
              </a:spcBef>
            </a:pPr>
            <a:r>
              <a:rPr sz="225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Challenge:</a:t>
            </a:r>
            <a:r>
              <a:rPr sz="2250" spc="-16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25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Generic</a:t>
            </a:r>
            <a:r>
              <a:rPr sz="2250" spc="-16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250" spc="5" dirty="0">
                <a:solidFill>
                  <a:srgbClr val="FFFFFF"/>
                </a:solidFill>
                <a:latin typeface="Lucida Sans Unicode"/>
                <a:cs typeface="Lucida Sans Unicode"/>
              </a:rPr>
              <a:t>recommendations</a:t>
            </a:r>
            <a:r>
              <a:rPr sz="2250" spc="-1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25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lack</a:t>
            </a:r>
            <a:r>
              <a:rPr sz="2250" spc="-16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25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relevance,</a:t>
            </a:r>
            <a:r>
              <a:rPr sz="2250" spc="-16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250" spc="5" dirty="0">
                <a:solidFill>
                  <a:srgbClr val="FFFFFF"/>
                </a:solidFill>
                <a:latin typeface="Lucida Sans Unicode"/>
                <a:cs typeface="Lucida Sans Unicode"/>
              </a:rPr>
              <a:t>tedious</a:t>
            </a:r>
            <a:r>
              <a:rPr sz="2250" spc="-1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250" spc="15" dirty="0">
                <a:solidFill>
                  <a:srgbClr val="FFFFFF"/>
                </a:solidFill>
                <a:latin typeface="Lucida Sans Unicode"/>
                <a:cs typeface="Lucida Sans Unicode"/>
              </a:rPr>
              <a:t>for</a:t>
            </a:r>
            <a:r>
              <a:rPr sz="2250" spc="-16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2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users</a:t>
            </a:r>
            <a:r>
              <a:rPr sz="2250" spc="-1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25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to </a:t>
            </a:r>
            <a:r>
              <a:rPr sz="2250" spc="-70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25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filter.</a:t>
            </a:r>
            <a:endParaRPr sz="2250">
              <a:latin typeface="Lucida Sans Unicode"/>
              <a:cs typeface="Lucida Sans Unicode"/>
            </a:endParaRPr>
          </a:p>
          <a:p>
            <a:pPr marL="12700" marR="5080" indent="69850">
              <a:lnSpc>
                <a:spcPts val="3150"/>
              </a:lnSpc>
            </a:pPr>
            <a:r>
              <a:rPr sz="2250" spc="5" dirty="0">
                <a:solidFill>
                  <a:srgbClr val="FFFFFF"/>
                </a:solidFill>
                <a:latin typeface="Lucida Sans Unicode"/>
                <a:cs typeface="Lucida Sans Unicode"/>
              </a:rPr>
              <a:t>Solution:</a:t>
            </a:r>
            <a:r>
              <a:rPr sz="2250" spc="-1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250" spc="50" dirty="0">
                <a:solidFill>
                  <a:srgbClr val="FFFFFF"/>
                </a:solidFill>
                <a:latin typeface="Lucida Sans Unicode"/>
                <a:cs typeface="Lucida Sans Unicode"/>
              </a:rPr>
              <a:t>System</a:t>
            </a:r>
            <a:r>
              <a:rPr sz="2250" spc="-1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250" spc="5" dirty="0">
                <a:solidFill>
                  <a:srgbClr val="FFFFFF"/>
                </a:solidFill>
                <a:latin typeface="Lucida Sans Unicode"/>
                <a:cs typeface="Lucida Sans Unicode"/>
              </a:rPr>
              <a:t>sorts</a:t>
            </a:r>
            <a:r>
              <a:rPr sz="2250" spc="-1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250" spc="5" dirty="0">
                <a:solidFill>
                  <a:srgbClr val="FFFFFF"/>
                </a:solidFill>
                <a:latin typeface="Lucida Sans Unicode"/>
                <a:cs typeface="Lucida Sans Unicode"/>
              </a:rPr>
              <a:t>recommendations</a:t>
            </a:r>
            <a:r>
              <a:rPr sz="2250" spc="-1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250" spc="60" dirty="0">
                <a:solidFill>
                  <a:srgbClr val="FFFFFF"/>
                </a:solidFill>
                <a:latin typeface="Lucida Sans Unicode"/>
                <a:cs typeface="Lucida Sans Unicode"/>
              </a:rPr>
              <a:t>by</a:t>
            </a:r>
            <a:r>
              <a:rPr sz="2250" spc="-1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25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industry,</a:t>
            </a:r>
            <a:r>
              <a:rPr sz="2250" spc="-1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250" spc="-55" dirty="0">
                <a:solidFill>
                  <a:srgbClr val="FFFFFF"/>
                </a:solidFill>
                <a:latin typeface="Lucida Sans Unicode"/>
                <a:cs typeface="Lucida Sans Unicode"/>
              </a:rPr>
              <a:t>suggesting</a:t>
            </a:r>
            <a:r>
              <a:rPr sz="2250" spc="-1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250" spc="15" dirty="0">
                <a:solidFill>
                  <a:srgbClr val="FFFFFF"/>
                </a:solidFill>
                <a:latin typeface="Lucida Sans Unicode"/>
                <a:cs typeface="Lucida Sans Unicode"/>
              </a:rPr>
              <a:t>specific </a:t>
            </a:r>
            <a:r>
              <a:rPr sz="2250" spc="-70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250" spc="-35" dirty="0">
                <a:solidFill>
                  <a:srgbClr val="FFFFFF"/>
                </a:solidFill>
                <a:latin typeface="Lucida Sans Unicode"/>
                <a:cs typeface="Lucida Sans Unicode"/>
              </a:rPr>
              <a:t>s</a:t>
            </a:r>
            <a:r>
              <a:rPr sz="2250" spc="75" dirty="0">
                <a:solidFill>
                  <a:srgbClr val="FFFFFF"/>
                </a:solidFill>
                <a:latin typeface="Lucida Sans Unicode"/>
                <a:cs typeface="Lucida Sans Unicode"/>
              </a:rPr>
              <a:t>t</a:t>
            </a:r>
            <a:r>
              <a:rPr sz="2250" spc="5" dirty="0">
                <a:solidFill>
                  <a:srgbClr val="FFFFFF"/>
                </a:solidFill>
                <a:latin typeface="Lucida Sans Unicode"/>
                <a:cs typeface="Lucida Sans Unicode"/>
              </a:rPr>
              <a:t>o</a:t>
            </a:r>
            <a:r>
              <a:rPr sz="225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c</a:t>
            </a:r>
            <a:r>
              <a:rPr sz="2250" spc="-195" dirty="0">
                <a:solidFill>
                  <a:srgbClr val="FFFFFF"/>
                </a:solidFill>
                <a:latin typeface="Lucida Sans Unicode"/>
                <a:cs typeface="Lucida Sans Unicode"/>
              </a:rPr>
              <a:t>k</a:t>
            </a:r>
            <a:r>
              <a:rPr sz="2250" spc="-35" dirty="0">
                <a:solidFill>
                  <a:srgbClr val="FFFFFF"/>
                </a:solidFill>
                <a:latin typeface="Lucida Sans Unicode"/>
                <a:cs typeface="Lucida Sans Unicode"/>
              </a:rPr>
              <a:t>s</a:t>
            </a:r>
            <a:r>
              <a:rPr sz="2250" spc="-114" dirty="0">
                <a:solidFill>
                  <a:srgbClr val="FFFFFF"/>
                </a:solidFill>
                <a:latin typeface="Lucida Sans Unicode"/>
                <a:cs typeface="Lucida Sans Unicode"/>
              </a:rPr>
              <a:t>,</a:t>
            </a:r>
            <a:r>
              <a:rPr sz="2250" spc="-16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250" spc="-35" dirty="0">
                <a:solidFill>
                  <a:srgbClr val="FFFFFF"/>
                </a:solidFill>
                <a:latin typeface="Lucida Sans Unicode"/>
                <a:cs typeface="Lucida Sans Unicode"/>
              </a:rPr>
              <a:t>s</a:t>
            </a:r>
            <a:r>
              <a:rPr sz="2250" spc="-55" dirty="0">
                <a:solidFill>
                  <a:srgbClr val="FFFFFF"/>
                </a:solidFill>
                <a:latin typeface="Lucida Sans Unicode"/>
                <a:cs typeface="Lucida Sans Unicode"/>
              </a:rPr>
              <a:t>i</a:t>
            </a:r>
            <a:r>
              <a:rPr sz="2250" spc="-40" dirty="0">
                <a:solidFill>
                  <a:srgbClr val="FFFFFF"/>
                </a:solidFill>
                <a:latin typeface="Lucida Sans Unicode"/>
                <a:cs typeface="Lucida Sans Unicode"/>
              </a:rPr>
              <a:t>m</a:t>
            </a:r>
            <a:r>
              <a:rPr sz="2250" spc="25" dirty="0">
                <a:solidFill>
                  <a:srgbClr val="FFFFFF"/>
                </a:solidFill>
                <a:latin typeface="Lucida Sans Unicode"/>
                <a:cs typeface="Lucida Sans Unicode"/>
              </a:rPr>
              <a:t>p</a:t>
            </a:r>
            <a:r>
              <a:rPr sz="2250" dirty="0">
                <a:solidFill>
                  <a:srgbClr val="FFFFFF"/>
                </a:solidFill>
                <a:latin typeface="Lucida Sans Unicode"/>
                <a:cs typeface="Lucida Sans Unicode"/>
              </a:rPr>
              <a:t>l</a:t>
            </a:r>
            <a:r>
              <a:rPr sz="2250" spc="-55" dirty="0">
                <a:solidFill>
                  <a:srgbClr val="FFFFFF"/>
                </a:solidFill>
                <a:latin typeface="Lucida Sans Unicode"/>
                <a:cs typeface="Lucida Sans Unicode"/>
              </a:rPr>
              <a:t>i</a:t>
            </a:r>
            <a:r>
              <a:rPr sz="2250" spc="30" dirty="0">
                <a:solidFill>
                  <a:srgbClr val="FFFFFF"/>
                </a:solidFill>
                <a:latin typeface="Lucida Sans Unicode"/>
                <a:cs typeface="Lucida Sans Unicode"/>
              </a:rPr>
              <a:t>f</a:t>
            </a:r>
            <a:r>
              <a:rPr sz="2250" spc="95" dirty="0">
                <a:solidFill>
                  <a:srgbClr val="FFFFFF"/>
                </a:solidFill>
                <a:latin typeface="Lucida Sans Unicode"/>
                <a:cs typeface="Lucida Sans Unicode"/>
              </a:rPr>
              <a:t>y</a:t>
            </a:r>
            <a:r>
              <a:rPr sz="2250" spc="-55" dirty="0">
                <a:solidFill>
                  <a:srgbClr val="FFFFFF"/>
                </a:solidFill>
                <a:latin typeface="Lucida Sans Unicode"/>
                <a:cs typeface="Lucida Sans Unicode"/>
              </a:rPr>
              <a:t>i</a:t>
            </a:r>
            <a:r>
              <a:rPr sz="225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n</a:t>
            </a:r>
            <a:r>
              <a:rPr sz="2250" spc="-165" dirty="0">
                <a:solidFill>
                  <a:srgbClr val="FFFFFF"/>
                </a:solidFill>
                <a:latin typeface="Lucida Sans Unicode"/>
                <a:cs typeface="Lucida Sans Unicode"/>
              </a:rPr>
              <a:t>g </a:t>
            </a:r>
            <a:r>
              <a:rPr sz="2250" spc="25" dirty="0">
                <a:solidFill>
                  <a:srgbClr val="FFFFFF"/>
                </a:solidFill>
                <a:latin typeface="Lucida Sans Unicode"/>
                <a:cs typeface="Lucida Sans Unicode"/>
              </a:rPr>
              <a:t>d</a:t>
            </a:r>
            <a:r>
              <a:rPr sz="2250" spc="3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225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c</a:t>
            </a:r>
            <a:r>
              <a:rPr sz="2250" spc="-55" dirty="0">
                <a:solidFill>
                  <a:srgbClr val="FFFFFF"/>
                </a:solidFill>
                <a:latin typeface="Lucida Sans Unicode"/>
                <a:cs typeface="Lucida Sans Unicode"/>
              </a:rPr>
              <a:t>i</a:t>
            </a:r>
            <a:r>
              <a:rPr sz="2250" spc="-35" dirty="0">
                <a:solidFill>
                  <a:srgbClr val="FFFFFF"/>
                </a:solidFill>
                <a:latin typeface="Lucida Sans Unicode"/>
                <a:cs typeface="Lucida Sans Unicode"/>
              </a:rPr>
              <a:t>s</a:t>
            </a:r>
            <a:r>
              <a:rPr sz="2250" spc="-55" dirty="0">
                <a:solidFill>
                  <a:srgbClr val="FFFFFF"/>
                </a:solidFill>
                <a:latin typeface="Lucida Sans Unicode"/>
                <a:cs typeface="Lucida Sans Unicode"/>
              </a:rPr>
              <a:t>i</a:t>
            </a:r>
            <a:r>
              <a:rPr sz="2250" spc="5" dirty="0">
                <a:solidFill>
                  <a:srgbClr val="FFFFFF"/>
                </a:solidFill>
                <a:latin typeface="Lucida Sans Unicode"/>
                <a:cs typeface="Lucida Sans Unicode"/>
              </a:rPr>
              <a:t>o</a:t>
            </a:r>
            <a:r>
              <a:rPr sz="225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n</a:t>
            </a:r>
            <a:r>
              <a:rPr sz="2250" spc="-455" dirty="0">
                <a:solidFill>
                  <a:srgbClr val="FFFFFF"/>
                </a:solidFill>
                <a:latin typeface="Lucida Sans Unicode"/>
                <a:cs typeface="Lucida Sans Unicode"/>
              </a:rPr>
              <a:t>-</a:t>
            </a:r>
            <a:r>
              <a:rPr sz="2250" spc="-40" dirty="0">
                <a:solidFill>
                  <a:srgbClr val="FFFFFF"/>
                </a:solidFill>
                <a:latin typeface="Lucida Sans Unicode"/>
                <a:cs typeface="Lucida Sans Unicode"/>
              </a:rPr>
              <a:t>m</a:t>
            </a:r>
            <a:r>
              <a:rPr sz="2250" spc="5" dirty="0">
                <a:solidFill>
                  <a:srgbClr val="FFFFFF"/>
                </a:solidFill>
                <a:latin typeface="Lucida Sans Unicode"/>
                <a:cs typeface="Lucida Sans Unicode"/>
              </a:rPr>
              <a:t>a</a:t>
            </a:r>
            <a:r>
              <a:rPr sz="2250" spc="-195" dirty="0">
                <a:solidFill>
                  <a:srgbClr val="FFFFFF"/>
                </a:solidFill>
                <a:latin typeface="Lucida Sans Unicode"/>
                <a:cs typeface="Lucida Sans Unicode"/>
              </a:rPr>
              <a:t>k</a:t>
            </a:r>
            <a:r>
              <a:rPr sz="2250" spc="-55" dirty="0">
                <a:solidFill>
                  <a:srgbClr val="FFFFFF"/>
                </a:solidFill>
                <a:latin typeface="Lucida Sans Unicode"/>
                <a:cs typeface="Lucida Sans Unicode"/>
              </a:rPr>
              <a:t>i</a:t>
            </a:r>
            <a:r>
              <a:rPr sz="225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n</a:t>
            </a:r>
            <a:r>
              <a:rPr sz="2250" spc="-170" dirty="0">
                <a:solidFill>
                  <a:srgbClr val="FFFFFF"/>
                </a:solidFill>
                <a:latin typeface="Lucida Sans Unicode"/>
                <a:cs typeface="Lucida Sans Unicode"/>
              </a:rPr>
              <a:t>g</a:t>
            </a:r>
            <a:r>
              <a:rPr sz="2250" spc="-120" dirty="0">
                <a:solidFill>
                  <a:srgbClr val="FFFFFF"/>
                </a:solidFill>
                <a:latin typeface="Lucida Sans Unicode"/>
                <a:cs typeface="Lucida Sans Unicode"/>
              </a:rPr>
              <a:t>.</a:t>
            </a:r>
            <a:endParaRPr sz="225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13131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047750" y="9248775"/>
            <a:ext cx="7348220" cy="0"/>
          </a:xfrm>
          <a:custGeom>
            <a:avLst/>
            <a:gdLst/>
            <a:ahLst/>
            <a:cxnLst/>
            <a:rect l="l" t="t" r="r" b="b"/>
            <a:pathLst>
              <a:path w="7348220">
                <a:moveTo>
                  <a:pt x="0" y="0"/>
                </a:moveTo>
                <a:lnTo>
                  <a:pt x="7348034" y="0"/>
                </a:lnTo>
              </a:path>
            </a:pathLst>
          </a:custGeom>
          <a:ln w="19049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8395784" y="9144684"/>
            <a:ext cx="8883015" cy="189230"/>
            <a:chOff x="8395784" y="9144684"/>
            <a:chExt cx="8883015" cy="189230"/>
          </a:xfrm>
        </p:grpSpPr>
        <p:sp>
          <p:nvSpPr>
            <p:cNvPr id="5" name="object 5"/>
            <p:cNvSpPr/>
            <p:nvPr/>
          </p:nvSpPr>
          <p:spPr>
            <a:xfrm>
              <a:off x="9091009" y="9248774"/>
              <a:ext cx="8187690" cy="0"/>
            </a:xfrm>
            <a:custGeom>
              <a:avLst/>
              <a:gdLst/>
              <a:ahLst/>
              <a:cxnLst/>
              <a:rect l="l" t="t" r="r" b="b"/>
              <a:pathLst>
                <a:path w="8187690">
                  <a:moveTo>
                    <a:pt x="0" y="0"/>
                  </a:moveTo>
                  <a:lnTo>
                    <a:pt x="8187339" y="0"/>
                  </a:lnTo>
                </a:path>
              </a:pathLst>
            </a:custGeom>
            <a:ln w="1904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395784" y="9144684"/>
              <a:ext cx="695325" cy="189230"/>
            </a:xfrm>
            <a:custGeom>
              <a:avLst/>
              <a:gdLst/>
              <a:ahLst/>
              <a:cxnLst/>
              <a:rect l="l" t="t" r="r" b="b"/>
              <a:pathLst>
                <a:path w="695325" h="189229">
                  <a:moveTo>
                    <a:pt x="695224" y="189136"/>
                  </a:moveTo>
                  <a:lnTo>
                    <a:pt x="0" y="189136"/>
                  </a:lnTo>
                  <a:lnTo>
                    <a:pt x="0" y="0"/>
                  </a:lnTo>
                  <a:lnTo>
                    <a:pt x="695224" y="0"/>
                  </a:lnTo>
                  <a:lnTo>
                    <a:pt x="695224" y="189136"/>
                  </a:lnTo>
                  <a:close/>
                </a:path>
              </a:pathLst>
            </a:custGeom>
            <a:solidFill>
              <a:srgbClr val="0986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625233" y="2285154"/>
            <a:ext cx="114300" cy="11429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1976" y="1885783"/>
            <a:ext cx="8586825" cy="680719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625233" y="6314229"/>
            <a:ext cx="114300" cy="114299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sz="half" idx="3"/>
          </p:nvPr>
        </p:nvSpPr>
        <p:spPr>
          <a:prstGeom prst="rect">
            <a:avLst/>
          </a:prstGeom>
        </p:spPr>
        <p:txBody>
          <a:bodyPr vert="horz" wrap="square" lIns="0" tIns="71755" rIns="0" bIns="0" rtlCol="0">
            <a:spAutoFit/>
          </a:bodyPr>
          <a:lstStyle/>
          <a:p>
            <a:pPr marL="561975">
              <a:lnSpc>
                <a:spcPct val="100000"/>
              </a:lnSpc>
              <a:spcBef>
                <a:spcPts val="565"/>
              </a:spcBef>
            </a:pPr>
            <a:r>
              <a:rPr spc="135" dirty="0"/>
              <a:t>Feature</a:t>
            </a:r>
            <a:r>
              <a:rPr spc="-170" dirty="0"/>
              <a:t> </a:t>
            </a:r>
            <a:r>
              <a:rPr spc="75" dirty="0"/>
              <a:t>Engineering:</a:t>
            </a:r>
          </a:p>
          <a:p>
            <a:pPr marL="12700" marR="482600" indent="246379">
              <a:lnSpc>
                <a:spcPct val="115199"/>
              </a:lnSpc>
            </a:pPr>
            <a:r>
              <a:rPr spc="95" dirty="0"/>
              <a:t>Transformation </a:t>
            </a:r>
            <a:r>
              <a:rPr spc="110" dirty="0"/>
              <a:t>of </a:t>
            </a:r>
            <a:r>
              <a:rPr spc="150" dirty="0"/>
              <a:t>raw </a:t>
            </a:r>
            <a:r>
              <a:rPr spc="170" dirty="0"/>
              <a:t>data </a:t>
            </a:r>
            <a:r>
              <a:rPr spc="70" dirty="0"/>
              <a:t>into </a:t>
            </a:r>
            <a:r>
              <a:rPr spc="75" dirty="0"/>
              <a:t> </a:t>
            </a:r>
            <a:r>
              <a:rPr spc="100" dirty="0"/>
              <a:t>meaningful </a:t>
            </a:r>
            <a:r>
              <a:rPr spc="55" dirty="0"/>
              <a:t>inputs, </a:t>
            </a:r>
            <a:r>
              <a:rPr spc="75" dirty="0"/>
              <a:t>including </a:t>
            </a:r>
            <a:r>
              <a:rPr spc="135" dirty="0"/>
              <a:t>technical </a:t>
            </a:r>
            <a:r>
              <a:rPr spc="140" dirty="0"/>
              <a:t> </a:t>
            </a:r>
            <a:r>
              <a:rPr spc="100" dirty="0"/>
              <a:t>indicators</a:t>
            </a:r>
            <a:r>
              <a:rPr spc="-135" dirty="0"/>
              <a:t> </a:t>
            </a:r>
            <a:r>
              <a:rPr spc="150" dirty="0"/>
              <a:t>and</a:t>
            </a:r>
            <a:r>
              <a:rPr spc="-135" dirty="0"/>
              <a:t> </a:t>
            </a:r>
            <a:r>
              <a:rPr spc="130" dirty="0"/>
              <a:t>fundamental</a:t>
            </a:r>
            <a:r>
              <a:rPr spc="-135" dirty="0"/>
              <a:t> </a:t>
            </a:r>
            <a:r>
              <a:rPr spc="140" dirty="0"/>
              <a:t>accounting </a:t>
            </a:r>
            <a:r>
              <a:rPr spc="-790" dirty="0"/>
              <a:t> </a:t>
            </a:r>
            <a:r>
              <a:rPr spc="45" dirty="0"/>
              <a:t>ratios.</a:t>
            </a:r>
          </a:p>
          <a:p>
            <a:pPr marL="12700" marR="234315" indent="86360">
              <a:lnSpc>
                <a:spcPct val="115199"/>
              </a:lnSpc>
            </a:pPr>
            <a:r>
              <a:rPr spc="100" dirty="0"/>
              <a:t>Integration </a:t>
            </a:r>
            <a:r>
              <a:rPr spc="110" dirty="0"/>
              <a:t>of </a:t>
            </a:r>
            <a:r>
              <a:rPr spc="105" dirty="0"/>
              <a:t>alternative </a:t>
            </a:r>
            <a:r>
              <a:rPr spc="170" dirty="0"/>
              <a:t>data </a:t>
            </a:r>
            <a:r>
              <a:rPr spc="10" dirty="0"/>
              <a:t>like </a:t>
            </a:r>
            <a:r>
              <a:rPr spc="15" dirty="0"/>
              <a:t> </a:t>
            </a:r>
            <a:r>
              <a:rPr spc="165" dirty="0"/>
              <a:t>macroeconomic</a:t>
            </a:r>
            <a:r>
              <a:rPr spc="-145" dirty="0"/>
              <a:t> </a:t>
            </a:r>
            <a:r>
              <a:rPr spc="110" dirty="0"/>
              <a:t>statistics</a:t>
            </a:r>
            <a:r>
              <a:rPr spc="-145" dirty="0"/>
              <a:t> </a:t>
            </a:r>
            <a:r>
              <a:rPr spc="150" dirty="0"/>
              <a:t>and</a:t>
            </a:r>
            <a:r>
              <a:rPr spc="-140" dirty="0"/>
              <a:t> </a:t>
            </a:r>
            <a:r>
              <a:rPr spc="130" dirty="0"/>
              <a:t>sentiment </a:t>
            </a:r>
            <a:r>
              <a:rPr spc="-795" dirty="0"/>
              <a:t> </a:t>
            </a:r>
            <a:r>
              <a:rPr spc="70" dirty="0"/>
              <a:t>analysis</a:t>
            </a:r>
            <a:r>
              <a:rPr spc="-130" dirty="0"/>
              <a:t> </a:t>
            </a:r>
            <a:r>
              <a:rPr spc="125" dirty="0"/>
              <a:t>from</a:t>
            </a:r>
            <a:r>
              <a:rPr spc="-130" dirty="0"/>
              <a:t> </a:t>
            </a:r>
            <a:r>
              <a:rPr spc="90" dirty="0"/>
              <a:t>qualitative</a:t>
            </a:r>
            <a:r>
              <a:rPr spc="-130" dirty="0"/>
              <a:t> </a:t>
            </a:r>
            <a:r>
              <a:rPr spc="90" dirty="0"/>
              <a:t>sources.</a:t>
            </a: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2250"/>
          </a:p>
          <a:p>
            <a:pPr marL="12700" marR="5080" indent="549275">
              <a:lnSpc>
                <a:spcPct val="115199"/>
              </a:lnSpc>
              <a:tabLst>
                <a:tab pos="4997450" algn="l"/>
              </a:tabLst>
            </a:pPr>
            <a:r>
              <a:rPr spc="130" dirty="0"/>
              <a:t>Sector-Focused </a:t>
            </a:r>
            <a:r>
              <a:rPr spc="125" dirty="0"/>
              <a:t>Recommendations: </a:t>
            </a:r>
            <a:r>
              <a:rPr spc="130" dirty="0"/>
              <a:t> </a:t>
            </a:r>
            <a:r>
              <a:rPr spc="105" dirty="0"/>
              <a:t>Aggregation</a:t>
            </a:r>
            <a:r>
              <a:rPr spc="-130" dirty="0"/>
              <a:t> </a:t>
            </a:r>
            <a:r>
              <a:rPr spc="110" dirty="0"/>
              <a:t>of</a:t>
            </a:r>
            <a:r>
              <a:rPr spc="-130" dirty="0"/>
              <a:t> </a:t>
            </a:r>
            <a:r>
              <a:rPr spc="120" dirty="0"/>
              <a:t>stocks</a:t>
            </a:r>
            <a:r>
              <a:rPr spc="-130" dirty="0"/>
              <a:t> </a:t>
            </a:r>
            <a:r>
              <a:rPr spc="70" dirty="0"/>
              <a:t>into</a:t>
            </a:r>
            <a:r>
              <a:rPr spc="-130" dirty="0"/>
              <a:t> </a:t>
            </a:r>
            <a:r>
              <a:rPr spc="155" dirty="0"/>
              <a:t>sector</a:t>
            </a:r>
            <a:r>
              <a:rPr spc="-130" dirty="0"/>
              <a:t> </a:t>
            </a:r>
            <a:r>
              <a:rPr spc="140" dirty="0"/>
              <a:t>buckets </a:t>
            </a:r>
            <a:r>
              <a:rPr spc="-795" dirty="0"/>
              <a:t> </a:t>
            </a:r>
            <a:r>
              <a:rPr spc="90" dirty="0"/>
              <a:t>for </a:t>
            </a:r>
            <a:r>
              <a:rPr spc="95" dirty="0"/>
              <a:t>domain-specific </a:t>
            </a:r>
            <a:r>
              <a:rPr spc="125" dirty="0"/>
              <a:t>benchmarking </a:t>
            </a:r>
            <a:r>
              <a:rPr spc="150" dirty="0"/>
              <a:t>and </a:t>
            </a:r>
            <a:r>
              <a:rPr spc="155" dirty="0"/>
              <a:t> </a:t>
            </a:r>
            <a:r>
              <a:rPr spc="75" dirty="0"/>
              <a:t>fine-tuned</a:t>
            </a:r>
            <a:r>
              <a:rPr spc="-105" dirty="0"/>
              <a:t> </a:t>
            </a:r>
            <a:r>
              <a:rPr spc="145" dirty="0"/>
              <a:t>recommendation	</a:t>
            </a:r>
            <a:r>
              <a:rPr spc="65" dirty="0"/>
              <a:t>algorithms.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3760745" y="569048"/>
            <a:ext cx="9039225" cy="10737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850" spc="250" dirty="0"/>
              <a:t>L</a:t>
            </a:r>
            <a:r>
              <a:rPr sz="6850" spc="265" dirty="0"/>
              <a:t>I</a:t>
            </a:r>
            <a:r>
              <a:rPr sz="6850" spc="95" dirty="0"/>
              <a:t>T</a:t>
            </a:r>
            <a:r>
              <a:rPr sz="6850" spc="200" dirty="0"/>
              <a:t>E</a:t>
            </a:r>
            <a:r>
              <a:rPr sz="6850" spc="525" dirty="0"/>
              <a:t>R</a:t>
            </a:r>
            <a:r>
              <a:rPr sz="6850" spc="270" dirty="0"/>
              <a:t>A</a:t>
            </a:r>
            <a:r>
              <a:rPr sz="6850" spc="95" dirty="0"/>
              <a:t>T</a:t>
            </a:r>
            <a:r>
              <a:rPr sz="6850" spc="445" dirty="0"/>
              <a:t>U</a:t>
            </a:r>
            <a:r>
              <a:rPr sz="6850" spc="525" dirty="0"/>
              <a:t>R</a:t>
            </a:r>
            <a:r>
              <a:rPr sz="6850" spc="204" dirty="0"/>
              <a:t>E</a:t>
            </a:r>
            <a:r>
              <a:rPr sz="6850" spc="-520" dirty="0"/>
              <a:t> </a:t>
            </a:r>
            <a:r>
              <a:rPr sz="6850" spc="735" dirty="0"/>
              <a:t>S</a:t>
            </a:r>
            <a:r>
              <a:rPr sz="6850" spc="445" dirty="0"/>
              <a:t>U</a:t>
            </a:r>
            <a:r>
              <a:rPr sz="6850" spc="525" dirty="0"/>
              <a:t>R</a:t>
            </a:r>
            <a:r>
              <a:rPr sz="6850" spc="345" dirty="0"/>
              <a:t>V</a:t>
            </a:r>
            <a:r>
              <a:rPr sz="6850" spc="200" dirty="0"/>
              <a:t>E</a:t>
            </a:r>
            <a:r>
              <a:rPr sz="6850" spc="280" dirty="0"/>
              <a:t>Y</a:t>
            </a:r>
            <a:endParaRPr sz="6850"/>
          </a:p>
        </p:txBody>
      </p:sp>
      <p:sp>
        <p:nvSpPr>
          <p:cNvPr id="12" name="object 12"/>
          <p:cNvSpPr txBox="1"/>
          <p:nvPr/>
        </p:nvSpPr>
        <p:spPr>
          <a:xfrm>
            <a:off x="15550377" y="563690"/>
            <a:ext cx="1729105" cy="605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800" spc="210" dirty="0">
                <a:solidFill>
                  <a:srgbClr val="FFFFFF"/>
                </a:solidFill>
                <a:latin typeface="Lucida Sans Unicode"/>
                <a:cs typeface="Lucida Sans Unicode"/>
              </a:rPr>
              <a:t>Page</a:t>
            </a:r>
            <a:r>
              <a:rPr sz="2800" spc="2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5700" b="1" spc="67" baseline="-6578" dirty="0">
                <a:solidFill>
                  <a:srgbClr val="0986DE"/>
                </a:solidFill>
                <a:latin typeface="Trebuchet MS"/>
                <a:cs typeface="Trebuchet MS"/>
              </a:rPr>
              <a:t>04</a:t>
            </a:r>
            <a:endParaRPr sz="5700" baseline="-6578">
              <a:latin typeface="Trebuchet MS"/>
              <a:cs typeface="Trebuchet MS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sz="half" idx="2"/>
          </p:nvPr>
        </p:nvSpPr>
        <p:spPr>
          <a:prstGeom prst="rect">
            <a:avLst/>
          </a:prstGeom>
        </p:spPr>
        <p:txBody>
          <a:bodyPr vert="horz" wrap="square" lIns="0" tIns="71755" rIns="0" bIns="0" rtlCol="0">
            <a:spAutoFit/>
          </a:bodyPr>
          <a:lstStyle/>
          <a:p>
            <a:pPr marL="561975">
              <a:lnSpc>
                <a:spcPct val="100000"/>
              </a:lnSpc>
              <a:spcBef>
                <a:spcPts val="565"/>
              </a:spcBef>
            </a:pPr>
            <a:r>
              <a:rPr spc="130" dirty="0"/>
              <a:t>Data</a:t>
            </a:r>
            <a:r>
              <a:rPr spc="-150" dirty="0"/>
              <a:t> </a:t>
            </a:r>
            <a:r>
              <a:rPr spc="114" dirty="0"/>
              <a:t>Sources:</a:t>
            </a:r>
          </a:p>
          <a:p>
            <a:pPr marL="12700" marR="5080" indent="86360">
              <a:lnSpc>
                <a:spcPct val="115199"/>
              </a:lnSpc>
            </a:pPr>
            <a:r>
              <a:rPr spc="35" dirty="0"/>
              <a:t>Utilization</a:t>
            </a:r>
            <a:r>
              <a:rPr spc="-135" dirty="0"/>
              <a:t> </a:t>
            </a:r>
            <a:r>
              <a:rPr spc="110" dirty="0"/>
              <a:t>of</a:t>
            </a:r>
            <a:r>
              <a:rPr spc="-135" dirty="0"/>
              <a:t> </a:t>
            </a:r>
            <a:r>
              <a:rPr spc="100" dirty="0"/>
              <a:t>Yahoo</a:t>
            </a:r>
            <a:r>
              <a:rPr spc="-135" dirty="0"/>
              <a:t> </a:t>
            </a:r>
            <a:r>
              <a:rPr spc="125" dirty="0"/>
              <a:t>Finance</a:t>
            </a:r>
            <a:r>
              <a:rPr spc="-135" dirty="0"/>
              <a:t> </a:t>
            </a:r>
            <a:r>
              <a:rPr spc="150" dirty="0"/>
              <a:t>and</a:t>
            </a:r>
            <a:r>
              <a:rPr spc="-130" dirty="0"/>
              <a:t> </a:t>
            </a:r>
            <a:r>
              <a:rPr spc="105" dirty="0"/>
              <a:t>alternative </a:t>
            </a:r>
            <a:r>
              <a:rPr spc="-795" dirty="0"/>
              <a:t> </a:t>
            </a:r>
            <a:r>
              <a:rPr spc="120" dirty="0"/>
              <a:t>web-based </a:t>
            </a:r>
            <a:r>
              <a:rPr spc="65" dirty="0"/>
              <a:t>APIs </a:t>
            </a:r>
            <a:r>
              <a:rPr spc="90" dirty="0"/>
              <a:t>for </a:t>
            </a:r>
            <a:r>
              <a:rPr spc="150" dirty="0"/>
              <a:t>accessing </a:t>
            </a:r>
            <a:r>
              <a:rPr spc="135" dirty="0"/>
              <a:t>structured </a:t>
            </a:r>
            <a:r>
              <a:rPr spc="140" dirty="0"/>
              <a:t> </a:t>
            </a:r>
            <a:r>
              <a:rPr spc="75" dirty="0"/>
              <a:t>historical</a:t>
            </a:r>
            <a:r>
              <a:rPr spc="-135" dirty="0"/>
              <a:t> </a:t>
            </a:r>
            <a:r>
              <a:rPr spc="125" dirty="0"/>
              <a:t>stock</a:t>
            </a:r>
            <a:r>
              <a:rPr spc="-130" dirty="0"/>
              <a:t> </a:t>
            </a:r>
            <a:r>
              <a:rPr spc="95" dirty="0"/>
              <a:t>data.</a:t>
            </a:r>
          </a:p>
          <a:p>
            <a:pPr marL="12700" marR="121285" indent="86360">
              <a:lnSpc>
                <a:spcPct val="115199"/>
              </a:lnSpc>
            </a:pPr>
            <a:r>
              <a:rPr spc="130" dirty="0"/>
              <a:t>Features </a:t>
            </a:r>
            <a:r>
              <a:rPr spc="135" dirty="0"/>
              <a:t>evaluated </a:t>
            </a:r>
            <a:r>
              <a:rPr spc="165" dirty="0"/>
              <a:t>encompass </a:t>
            </a:r>
            <a:r>
              <a:rPr spc="55" dirty="0"/>
              <a:t>daily </a:t>
            </a:r>
            <a:r>
              <a:rPr spc="60" dirty="0"/>
              <a:t> </a:t>
            </a:r>
            <a:r>
              <a:rPr spc="85" dirty="0"/>
              <a:t>prices,</a:t>
            </a:r>
            <a:r>
              <a:rPr spc="-130" dirty="0"/>
              <a:t> </a:t>
            </a:r>
            <a:r>
              <a:rPr spc="105" dirty="0"/>
              <a:t>trading</a:t>
            </a:r>
            <a:r>
              <a:rPr spc="-125" dirty="0"/>
              <a:t> </a:t>
            </a:r>
            <a:r>
              <a:rPr spc="75" dirty="0"/>
              <a:t>volumes,</a:t>
            </a:r>
            <a:r>
              <a:rPr spc="-125" dirty="0"/>
              <a:t> </a:t>
            </a:r>
            <a:r>
              <a:rPr spc="30" dirty="0"/>
              <a:t>volatility,</a:t>
            </a:r>
            <a:r>
              <a:rPr spc="-130" dirty="0"/>
              <a:t> </a:t>
            </a:r>
            <a:r>
              <a:rPr spc="80" dirty="0"/>
              <a:t>valuation </a:t>
            </a:r>
            <a:r>
              <a:rPr spc="-790" dirty="0"/>
              <a:t> </a:t>
            </a:r>
            <a:r>
              <a:rPr spc="50" dirty="0"/>
              <a:t>ratios, </a:t>
            </a:r>
            <a:r>
              <a:rPr spc="100" dirty="0"/>
              <a:t>earnings </a:t>
            </a:r>
            <a:r>
              <a:rPr spc="60" dirty="0"/>
              <a:t>surprises, </a:t>
            </a:r>
            <a:r>
              <a:rPr spc="150" dirty="0"/>
              <a:t>and </a:t>
            </a:r>
            <a:r>
              <a:rPr spc="100" dirty="0"/>
              <a:t>analyst </a:t>
            </a:r>
            <a:r>
              <a:rPr spc="105" dirty="0"/>
              <a:t> </a:t>
            </a:r>
            <a:r>
              <a:rPr spc="40" dirty="0"/>
              <a:t>revisions.</a:t>
            </a: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/>
          </a:p>
          <a:p>
            <a:pPr marL="561975">
              <a:lnSpc>
                <a:spcPct val="100000"/>
              </a:lnSpc>
            </a:pPr>
            <a:r>
              <a:rPr spc="114" dirty="0"/>
              <a:t>Prediction</a:t>
            </a:r>
            <a:r>
              <a:rPr spc="-155" dirty="0"/>
              <a:t> </a:t>
            </a:r>
            <a:r>
              <a:rPr spc="65" dirty="0"/>
              <a:t>Models:</a:t>
            </a:r>
          </a:p>
          <a:p>
            <a:pPr marL="12700" marR="474345" indent="86360">
              <a:lnSpc>
                <a:spcPct val="115199"/>
              </a:lnSpc>
              <a:tabLst>
                <a:tab pos="5243830" algn="l"/>
              </a:tabLst>
            </a:pPr>
            <a:r>
              <a:rPr spc="135" dirty="0"/>
              <a:t>Commonly</a:t>
            </a:r>
            <a:r>
              <a:rPr spc="-135" dirty="0"/>
              <a:t> </a:t>
            </a:r>
            <a:r>
              <a:rPr spc="140" dirty="0"/>
              <a:t>used</a:t>
            </a:r>
            <a:r>
              <a:rPr spc="-130" dirty="0"/>
              <a:t> </a:t>
            </a:r>
            <a:r>
              <a:rPr spc="120" dirty="0"/>
              <a:t>models</a:t>
            </a:r>
            <a:r>
              <a:rPr spc="-130" dirty="0"/>
              <a:t> </a:t>
            </a:r>
            <a:r>
              <a:rPr spc="145" dirty="0"/>
              <a:t>such</a:t>
            </a:r>
            <a:r>
              <a:rPr spc="-130" dirty="0"/>
              <a:t> </a:t>
            </a:r>
            <a:r>
              <a:rPr spc="135" dirty="0"/>
              <a:t>as</a:t>
            </a:r>
            <a:r>
              <a:rPr spc="-130" dirty="0"/>
              <a:t> </a:t>
            </a:r>
            <a:r>
              <a:rPr spc="5" dirty="0"/>
              <a:t>ARIMA, </a:t>
            </a:r>
            <a:r>
              <a:rPr spc="10" dirty="0"/>
              <a:t> </a:t>
            </a:r>
            <a:r>
              <a:rPr spc="95" dirty="0"/>
              <a:t>GARCH,</a:t>
            </a:r>
            <a:r>
              <a:rPr spc="-140" dirty="0"/>
              <a:t> </a:t>
            </a:r>
            <a:r>
              <a:rPr spc="70" dirty="0"/>
              <a:t>k-nearest</a:t>
            </a:r>
            <a:r>
              <a:rPr spc="-135" dirty="0"/>
              <a:t> </a:t>
            </a:r>
            <a:r>
              <a:rPr spc="100" dirty="0"/>
              <a:t>neighbours</a:t>
            </a:r>
            <a:r>
              <a:rPr spc="-140" dirty="0"/>
              <a:t> </a:t>
            </a:r>
            <a:r>
              <a:rPr spc="65" dirty="0"/>
              <a:t>(kNN),</a:t>
            </a:r>
            <a:r>
              <a:rPr spc="-135" dirty="0"/>
              <a:t> </a:t>
            </a:r>
            <a:r>
              <a:rPr spc="150" dirty="0"/>
              <a:t>and </a:t>
            </a:r>
            <a:r>
              <a:rPr spc="-790" dirty="0"/>
              <a:t> </a:t>
            </a:r>
            <a:r>
              <a:rPr spc="85" dirty="0"/>
              <a:t>convolutional</a:t>
            </a:r>
            <a:r>
              <a:rPr spc="-120" dirty="0"/>
              <a:t> </a:t>
            </a:r>
            <a:r>
              <a:rPr spc="90" dirty="0"/>
              <a:t>neural</a:t>
            </a:r>
            <a:r>
              <a:rPr spc="-114" dirty="0"/>
              <a:t> </a:t>
            </a:r>
            <a:r>
              <a:rPr spc="114" dirty="0"/>
              <a:t>networks	</a:t>
            </a:r>
            <a:r>
              <a:rPr spc="175" dirty="0"/>
              <a:t>(CNN)</a:t>
            </a:r>
            <a:r>
              <a:rPr spc="-180" dirty="0"/>
              <a:t> </a:t>
            </a:r>
            <a:r>
              <a:rPr spc="90" dirty="0"/>
              <a:t>for </a:t>
            </a:r>
            <a:r>
              <a:rPr spc="-795" dirty="0"/>
              <a:t> </a:t>
            </a:r>
            <a:r>
              <a:rPr spc="125" dirty="0"/>
              <a:t>stock</a:t>
            </a:r>
            <a:r>
              <a:rPr spc="-135" dirty="0"/>
              <a:t> </a:t>
            </a:r>
            <a:r>
              <a:rPr spc="110" dirty="0"/>
              <a:t>return</a:t>
            </a:r>
            <a:r>
              <a:rPr spc="-130" dirty="0"/>
              <a:t> </a:t>
            </a:r>
            <a:r>
              <a:rPr spc="170" dirty="0"/>
              <a:t>data</a:t>
            </a:r>
            <a:r>
              <a:rPr spc="-130" dirty="0"/>
              <a:t> </a:t>
            </a:r>
            <a:r>
              <a:rPr spc="55" dirty="0"/>
              <a:t>modelling.</a:t>
            </a:r>
          </a:p>
        </p:txBody>
      </p:sp>
      <p:pic>
        <p:nvPicPr>
          <p:cNvPr id="14" name="object 1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150200" y="1731797"/>
            <a:ext cx="8586825" cy="680719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8572322" y="2057059"/>
            <a:ext cx="124460" cy="276860"/>
          </a:xfrm>
          <a:custGeom>
            <a:avLst/>
            <a:gdLst/>
            <a:ahLst/>
            <a:cxnLst/>
            <a:rect l="l" t="t" r="r" b="b"/>
            <a:pathLst>
              <a:path w="124459" h="276860">
                <a:moveTo>
                  <a:pt x="0" y="0"/>
                </a:moveTo>
                <a:lnTo>
                  <a:pt x="44956" y="56642"/>
                </a:lnTo>
                <a:lnTo>
                  <a:pt x="69343" y="97401"/>
                </a:lnTo>
                <a:lnTo>
                  <a:pt x="89593" y="140249"/>
                </a:lnTo>
                <a:lnTo>
                  <a:pt x="105572" y="184865"/>
                </a:lnTo>
                <a:lnTo>
                  <a:pt x="117149" y="230931"/>
                </a:lnTo>
                <a:lnTo>
                  <a:pt x="124002" y="276854"/>
                </a:lnTo>
              </a:path>
            </a:pathLst>
          </a:custGeom>
          <a:ln w="190499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8588885" y="4706912"/>
            <a:ext cx="107950" cy="259079"/>
          </a:xfrm>
          <a:custGeom>
            <a:avLst/>
            <a:gdLst/>
            <a:ahLst/>
            <a:cxnLst/>
            <a:rect l="l" t="t" r="r" b="b"/>
            <a:pathLst>
              <a:path w="107950" h="259079">
                <a:moveTo>
                  <a:pt x="107439" y="0"/>
                </a:moveTo>
                <a:lnTo>
                  <a:pt x="100586" y="45922"/>
                </a:lnTo>
                <a:lnTo>
                  <a:pt x="89009" y="91989"/>
                </a:lnTo>
                <a:lnTo>
                  <a:pt x="73030" y="136604"/>
                </a:lnTo>
                <a:lnTo>
                  <a:pt x="52781" y="179452"/>
                </a:lnTo>
                <a:lnTo>
                  <a:pt x="28393" y="220212"/>
                </a:lnTo>
                <a:lnTo>
                  <a:pt x="0" y="258566"/>
                </a:lnTo>
              </a:path>
            </a:pathLst>
          </a:custGeom>
          <a:ln w="190499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49808" y="4798901"/>
            <a:ext cx="18415" cy="50165"/>
          </a:xfrm>
          <a:custGeom>
            <a:avLst/>
            <a:gdLst/>
            <a:ahLst/>
            <a:cxnLst/>
            <a:rect l="l" t="t" r="r" b="b"/>
            <a:pathLst>
              <a:path w="18415" h="50164">
                <a:moveTo>
                  <a:pt x="18317" y="49563"/>
                </a:moveTo>
                <a:lnTo>
                  <a:pt x="15979" y="44615"/>
                </a:lnTo>
              </a:path>
              <a:path w="18415" h="50164">
                <a:moveTo>
                  <a:pt x="5687" y="15879"/>
                </a:moveTo>
                <a:lnTo>
                  <a:pt x="0" y="0"/>
                </a:lnTo>
              </a:path>
            </a:pathLst>
          </a:custGeom>
          <a:ln w="190499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028700" y="9248775"/>
            <a:ext cx="2656205" cy="0"/>
          </a:xfrm>
          <a:custGeom>
            <a:avLst/>
            <a:gdLst/>
            <a:ahLst/>
            <a:cxnLst/>
            <a:rect l="l" t="t" r="r" b="b"/>
            <a:pathLst>
              <a:path w="2656204">
                <a:moveTo>
                  <a:pt x="0" y="0"/>
                </a:moveTo>
                <a:lnTo>
                  <a:pt x="2656139" y="0"/>
                </a:lnTo>
              </a:path>
            </a:pathLst>
          </a:custGeom>
          <a:ln w="19049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" name="object 7"/>
          <p:cNvGrpSpPr/>
          <p:nvPr/>
        </p:nvGrpSpPr>
        <p:grpSpPr>
          <a:xfrm>
            <a:off x="3684839" y="9154209"/>
            <a:ext cx="13575030" cy="189230"/>
            <a:chOff x="3684839" y="9154209"/>
            <a:chExt cx="13575030" cy="189230"/>
          </a:xfrm>
        </p:grpSpPr>
        <p:sp>
          <p:nvSpPr>
            <p:cNvPr id="8" name="object 8"/>
            <p:cNvSpPr/>
            <p:nvPr/>
          </p:nvSpPr>
          <p:spPr>
            <a:xfrm>
              <a:off x="4380063" y="9248774"/>
              <a:ext cx="12879705" cy="0"/>
            </a:xfrm>
            <a:custGeom>
              <a:avLst/>
              <a:gdLst/>
              <a:ahLst/>
              <a:cxnLst/>
              <a:rect l="l" t="t" r="r" b="b"/>
              <a:pathLst>
                <a:path w="12879705">
                  <a:moveTo>
                    <a:pt x="0" y="0"/>
                  </a:moveTo>
                  <a:lnTo>
                    <a:pt x="12879234" y="0"/>
                  </a:lnTo>
                </a:path>
              </a:pathLst>
            </a:custGeom>
            <a:ln w="1904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684839" y="9154209"/>
              <a:ext cx="695325" cy="189230"/>
            </a:xfrm>
            <a:custGeom>
              <a:avLst/>
              <a:gdLst/>
              <a:ahLst/>
              <a:cxnLst/>
              <a:rect l="l" t="t" r="r" b="b"/>
              <a:pathLst>
                <a:path w="695325" h="189229">
                  <a:moveTo>
                    <a:pt x="695224" y="189136"/>
                  </a:moveTo>
                  <a:lnTo>
                    <a:pt x="0" y="189136"/>
                  </a:lnTo>
                  <a:lnTo>
                    <a:pt x="0" y="0"/>
                  </a:lnTo>
                  <a:lnTo>
                    <a:pt x="695224" y="0"/>
                  </a:lnTo>
                  <a:lnTo>
                    <a:pt x="695224" y="189136"/>
                  </a:lnTo>
                  <a:close/>
                </a:path>
              </a:pathLst>
            </a:custGeom>
            <a:solidFill>
              <a:srgbClr val="0986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4331328" y="74733"/>
            <a:ext cx="8733155" cy="1768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1400" spc="459" dirty="0"/>
              <a:t>OBJECTIVES</a:t>
            </a:r>
            <a:endParaRPr sz="11400"/>
          </a:p>
        </p:txBody>
      </p:sp>
      <p:sp>
        <p:nvSpPr>
          <p:cNvPr id="11" name="object 11"/>
          <p:cNvSpPr txBox="1"/>
          <p:nvPr/>
        </p:nvSpPr>
        <p:spPr>
          <a:xfrm>
            <a:off x="15533188" y="642429"/>
            <a:ext cx="1588135" cy="605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1252855" algn="l"/>
              </a:tabLst>
            </a:pPr>
            <a:r>
              <a:rPr sz="2800" spc="210" dirty="0">
                <a:solidFill>
                  <a:srgbClr val="FFFFFF"/>
                </a:solidFill>
                <a:latin typeface="Lucida Sans Unicode"/>
                <a:cs typeface="Lucida Sans Unicode"/>
              </a:rPr>
              <a:t>Page	</a:t>
            </a:r>
            <a:r>
              <a:rPr sz="5700" b="1" spc="157" baseline="-6578" dirty="0">
                <a:solidFill>
                  <a:srgbClr val="0986DE"/>
                </a:solidFill>
                <a:latin typeface="Trebuchet MS"/>
                <a:cs typeface="Trebuchet MS"/>
              </a:rPr>
              <a:t>0</a:t>
            </a:r>
            <a:endParaRPr sz="5700" baseline="-6578">
              <a:latin typeface="Trebuchet MS"/>
              <a:cs typeface="Trebuchet MS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7214935" y="2182025"/>
            <a:ext cx="41910" cy="152400"/>
          </a:xfrm>
          <a:custGeom>
            <a:avLst/>
            <a:gdLst/>
            <a:ahLst/>
            <a:cxnLst/>
            <a:rect l="l" t="t" r="r" b="b"/>
            <a:pathLst>
              <a:path w="41909" h="152400">
                <a:moveTo>
                  <a:pt x="0" y="0"/>
                </a:moveTo>
                <a:lnTo>
                  <a:pt x="7222" y="15283"/>
                </a:lnTo>
                <a:lnTo>
                  <a:pt x="23201" y="59899"/>
                </a:lnTo>
                <a:lnTo>
                  <a:pt x="34778" y="105965"/>
                </a:lnTo>
                <a:lnTo>
                  <a:pt x="41631" y="151885"/>
                </a:lnTo>
              </a:path>
            </a:pathLst>
          </a:custGeom>
          <a:ln w="190499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7210817" y="4706915"/>
            <a:ext cx="46355" cy="160655"/>
          </a:xfrm>
          <a:custGeom>
            <a:avLst/>
            <a:gdLst/>
            <a:ahLst/>
            <a:cxnLst/>
            <a:rect l="l" t="t" r="r" b="b"/>
            <a:pathLst>
              <a:path w="46355" h="160654">
                <a:moveTo>
                  <a:pt x="45749" y="0"/>
                </a:moveTo>
                <a:lnTo>
                  <a:pt x="38896" y="45919"/>
                </a:lnTo>
                <a:lnTo>
                  <a:pt x="27319" y="91985"/>
                </a:lnTo>
                <a:lnTo>
                  <a:pt x="11340" y="136601"/>
                </a:lnTo>
                <a:lnTo>
                  <a:pt x="0" y="160598"/>
                </a:lnTo>
              </a:path>
            </a:pathLst>
          </a:custGeom>
          <a:ln w="190499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9590760" y="4692078"/>
            <a:ext cx="108585" cy="273685"/>
          </a:xfrm>
          <a:custGeom>
            <a:avLst/>
            <a:gdLst/>
            <a:ahLst/>
            <a:cxnLst/>
            <a:rect l="l" t="t" r="r" b="b"/>
            <a:pathLst>
              <a:path w="108584" h="273685">
                <a:moveTo>
                  <a:pt x="108093" y="273119"/>
                </a:moveTo>
                <a:lnTo>
                  <a:pt x="79907" y="235045"/>
                </a:lnTo>
                <a:lnTo>
                  <a:pt x="55519" y="194286"/>
                </a:lnTo>
                <a:lnTo>
                  <a:pt x="35270" y="151438"/>
                </a:lnTo>
                <a:lnTo>
                  <a:pt x="19291" y="106822"/>
                </a:lnTo>
                <a:lnTo>
                  <a:pt x="7714" y="60756"/>
                </a:lnTo>
                <a:lnTo>
                  <a:pt x="671" y="13558"/>
                </a:lnTo>
                <a:lnTo>
                  <a:pt x="0" y="0"/>
                </a:lnTo>
              </a:path>
            </a:pathLst>
          </a:custGeom>
          <a:ln w="190499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9594120" y="2063294"/>
            <a:ext cx="116205" cy="254000"/>
          </a:xfrm>
          <a:custGeom>
            <a:avLst/>
            <a:gdLst/>
            <a:ahLst/>
            <a:cxnLst/>
            <a:rect l="l" t="t" r="r" b="b"/>
            <a:pathLst>
              <a:path w="116204" h="254000">
                <a:moveTo>
                  <a:pt x="0" y="253875"/>
                </a:moveTo>
                <a:lnTo>
                  <a:pt x="15931" y="178630"/>
                </a:lnTo>
                <a:lnTo>
                  <a:pt x="31910" y="134014"/>
                </a:lnTo>
                <a:lnTo>
                  <a:pt x="52159" y="91167"/>
                </a:lnTo>
                <a:lnTo>
                  <a:pt x="76547" y="50407"/>
                </a:lnTo>
                <a:lnTo>
                  <a:pt x="104940" y="12052"/>
                </a:lnTo>
                <a:lnTo>
                  <a:pt x="115856" y="0"/>
                </a:lnTo>
              </a:path>
            </a:pathLst>
          </a:custGeom>
          <a:ln w="190499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8577213" y="5733362"/>
            <a:ext cx="119380" cy="271780"/>
          </a:xfrm>
          <a:custGeom>
            <a:avLst/>
            <a:gdLst/>
            <a:ahLst/>
            <a:cxnLst/>
            <a:rect l="l" t="t" r="r" b="b"/>
            <a:pathLst>
              <a:path w="119379" h="271779">
                <a:moveTo>
                  <a:pt x="0" y="0"/>
                </a:moveTo>
                <a:lnTo>
                  <a:pt x="40064" y="51240"/>
                </a:lnTo>
                <a:lnTo>
                  <a:pt x="64452" y="92000"/>
                </a:lnTo>
                <a:lnTo>
                  <a:pt x="84701" y="134848"/>
                </a:lnTo>
                <a:lnTo>
                  <a:pt x="100680" y="179464"/>
                </a:lnTo>
                <a:lnTo>
                  <a:pt x="112257" y="225530"/>
                </a:lnTo>
                <a:lnTo>
                  <a:pt x="119110" y="271453"/>
                </a:lnTo>
              </a:path>
            </a:pathLst>
          </a:custGeom>
          <a:ln w="190499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8617278" y="8377814"/>
            <a:ext cx="79375" cy="220345"/>
          </a:xfrm>
          <a:custGeom>
            <a:avLst/>
            <a:gdLst/>
            <a:ahLst/>
            <a:cxnLst/>
            <a:rect l="l" t="t" r="r" b="b"/>
            <a:pathLst>
              <a:path w="79375" h="220345">
                <a:moveTo>
                  <a:pt x="79045" y="0"/>
                </a:moveTo>
                <a:lnTo>
                  <a:pt x="72192" y="45922"/>
                </a:lnTo>
                <a:lnTo>
                  <a:pt x="60615" y="91989"/>
                </a:lnTo>
                <a:lnTo>
                  <a:pt x="44636" y="136604"/>
                </a:lnTo>
                <a:lnTo>
                  <a:pt x="24387" y="179452"/>
                </a:lnTo>
                <a:lnTo>
                  <a:pt x="0" y="220211"/>
                </a:lnTo>
              </a:path>
            </a:pathLst>
          </a:custGeom>
          <a:ln w="190499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065787" y="5758400"/>
            <a:ext cx="64135" cy="109855"/>
          </a:xfrm>
          <a:custGeom>
            <a:avLst/>
            <a:gdLst/>
            <a:ahLst/>
            <a:cxnLst/>
            <a:rect l="l" t="t" r="r" b="b"/>
            <a:pathLst>
              <a:path w="64134" h="109854">
                <a:moveTo>
                  <a:pt x="0" y="109809"/>
                </a:moveTo>
                <a:lnTo>
                  <a:pt x="20249" y="66962"/>
                </a:lnTo>
                <a:lnTo>
                  <a:pt x="44636" y="26202"/>
                </a:lnTo>
                <a:lnTo>
                  <a:pt x="64034" y="0"/>
                </a:lnTo>
              </a:path>
            </a:pathLst>
          </a:custGeom>
          <a:ln w="190499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6773377" y="5568344"/>
            <a:ext cx="5080" cy="635"/>
          </a:xfrm>
          <a:custGeom>
            <a:avLst/>
            <a:gdLst/>
            <a:ahLst/>
            <a:cxnLst/>
            <a:rect l="l" t="t" r="r" b="b"/>
            <a:pathLst>
              <a:path w="5080" h="635">
                <a:moveTo>
                  <a:pt x="-95249" y="113"/>
                </a:moveTo>
                <a:lnTo>
                  <a:pt x="99824" y="113"/>
                </a:lnTo>
              </a:path>
            </a:pathLst>
          </a:custGeom>
          <a:ln w="190726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7209924" y="5842324"/>
            <a:ext cx="46990" cy="162560"/>
          </a:xfrm>
          <a:custGeom>
            <a:avLst/>
            <a:gdLst/>
            <a:ahLst/>
            <a:cxnLst/>
            <a:rect l="l" t="t" r="r" b="b"/>
            <a:pathLst>
              <a:path w="46990" h="162560">
                <a:moveTo>
                  <a:pt x="0" y="0"/>
                </a:moveTo>
                <a:lnTo>
                  <a:pt x="12233" y="25886"/>
                </a:lnTo>
                <a:lnTo>
                  <a:pt x="28213" y="70502"/>
                </a:lnTo>
                <a:lnTo>
                  <a:pt x="39790" y="116569"/>
                </a:lnTo>
                <a:lnTo>
                  <a:pt x="46642" y="162488"/>
                </a:lnTo>
              </a:path>
            </a:pathLst>
          </a:custGeom>
          <a:ln w="190499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7214846" y="8377818"/>
            <a:ext cx="41910" cy="152400"/>
          </a:xfrm>
          <a:custGeom>
            <a:avLst/>
            <a:gdLst/>
            <a:ahLst/>
            <a:cxnLst/>
            <a:rect l="l" t="t" r="r" b="b"/>
            <a:pathLst>
              <a:path w="41909" h="152400">
                <a:moveTo>
                  <a:pt x="41719" y="0"/>
                </a:moveTo>
                <a:lnTo>
                  <a:pt x="34867" y="45919"/>
                </a:lnTo>
                <a:lnTo>
                  <a:pt x="23290" y="91985"/>
                </a:lnTo>
                <a:lnTo>
                  <a:pt x="7311" y="136601"/>
                </a:lnTo>
                <a:lnTo>
                  <a:pt x="0" y="152072"/>
                </a:lnTo>
              </a:path>
            </a:pathLst>
          </a:custGeom>
          <a:ln w="190499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9591431" y="8376539"/>
            <a:ext cx="79375" cy="221615"/>
          </a:xfrm>
          <a:custGeom>
            <a:avLst/>
            <a:gdLst/>
            <a:ahLst/>
            <a:cxnLst/>
            <a:rect l="l" t="t" r="r" b="b"/>
            <a:pathLst>
              <a:path w="79375" h="221615">
                <a:moveTo>
                  <a:pt x="79235" y="221487"/>
                </a:moveTo>
                <a:lnTo>
                  <a:pt x="54848" y="180727"/>
                </a:lnTo>
                <a:lnTo>
                  <a:pt x="34599" y="137880"/>
                </a:lnTo>
                <a:lnTo>
                  <a:pt x="18619" y="93264"/>
                </a:lnTo>
                <a:lnTo>
                  <a:pt x="7042" y="47197"/>
                </a:lnTo>
                <a:lnTo>
                  <a:pt x="0" y="0"/>
                </a:lnTo>
              </a:path>
            </a:pathLst>
          </a:custGeom>
          <a:ln w="190499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9591357" y="5585602"/>
            <a:ext cx="357505" cy="422275"/>
          </a:xfrm>
          <a:custGeom>
            <a:avLst/>
            <a:gdLst/>
            <a:ahLst/>
            <a:cxnLst/>
            <a:rect l="l" t="t" r="r" b="b"/>
            <a:pathLst>
              <a:path w="357504" h="422275">
                <a:moveTo>
                  <a:pt x="0" y="421967"/>
                </a:moveTo>
                <a:lnTo>
                  <a:pt x="7116" y="373291"/>
                </a:lnTo>
                <a:lnTo>
                  <a:pt x="18693" y="327224"/>
                </a:lnTo>
                <a:lnTo>
                  <a:pt x="34672" y="282608"/>
                </a:lnTo>
                <a:lnTo>
                  <a:pt x="54921" y="239761"/>
                </a:lnTo>
                <a:lnTo>
                  <a:pt x="79309" y="199001"/>
                </a:lnTo>
                <a:lnTo>
                  <a:pt x="107703" y="160647"/>
                </a:lnTo>
                <a:lnTo>
                  <a:pt x="116783" y="150621"/>
                </a:lnTo>
              </a:path>
              <a:path w="357504" h="422275">
                <a:moveTo>
                  <a:pt x="220639" y="60356"/>
                </a:moveTo>
                <a:lnTo>
                  <a:pt x="254715" y="39968"/>
                </a:lnTo>
                <a:lnTo>
                  <a:pt x="297562" y="19718"/>
                </a:lnTo>
                <a:lnTo>
                  <a:pt x="342178" y="3739"/>
                </a:lnTo>
                <a:lnTo>
                  <a:pt x="357058" y="0"/>
                </a:lnTo>
              </a:path>
            </a:pathLst>
          </a:custGeom>
          <a:ln w="190499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1247101" y="2219571"/>
            <a:ext cx="6431915" cy="23685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449580">
              <a:lnSpc>
                <a:spcPct val="116500"/>
              </a:lnSpc>
              <a:spcBef>
                <a:spcPts val="95"/>
              </a:spcBef>
            </a:pPr>
            <a:r>
              <a:rPr sz="220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Algorithm</a:t>
            </a:r>
            <a:r>
              <a:rPr sz="2200" spc="-16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200" spc="15" dirty="0">
                <a:solidFill>
                  <a:srgbClr val="FFFFFF"/>
                </a:solidFill>
                <a:latin typeface="Lucida Sans Unicode"/>
                <a:cs typeface="Lucida Sans Unicode"/>
              </a:rPr>
              <a:t>Development:</a:t>
            </a:r>
            <a:r>
              <a:rPr sz="2200" spc="-1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20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Develop</a:t>
            </a:r>
            <a:r>
              <a:rPr sz="2200" spc="-1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200" spc="15" dirty="0">
                <a:solidFill>
                  <a:srgbClr val="FFFFFF"/>
                </a:solidFill>
                <a:latin typeface="Lucida Sans Unicode"/>
                <a:cs typeface="Lucida Sans Unicode"/>
              </a:rPr>
              <a:t>and</a:t>
            </a:r>
            <a:r>
              <a:rPr sz="2200" spc="-1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2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refine </a:t>
            </a:r>
            <a:r>
              <a:rPr sz="2200" spc="-68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2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a</a:t>
            </a:r>
            <a:r>
              <a:rPr sz="2200" spc="5" dirty="0">
                <a:solidFill>
                  <a:srgbClr val="FFFFFF"/>
                </a:solidFill>
                <a:latin typeface="Lucida Sans Unicode"/>
                <a:cs typeface="Lucida Sans Unicode"/>
              </a:rPr>
              <a:t>l</a:t>
            </a:r>
            <a:r>
              <a:rPr sz="2200" spc="-160" dirty="0">
                <a:solidFill>
                  <a:srgbClr val="FFFFFF"/>
                </a:solidFill>
                <a:latin typeface="Lucida Sans Unicode"/>
                <a:cs typeface="Lucida Sans Unicode"/>
              </a:rPr>
              <a:t>g</a:t>
            </a:r>
            <a:r>
              <a:rPr sz="2200" spc="5" dirty="0">
                <a:solidFill>
                  <a:srgbClr val="FFFFFF"/>
                </a:solidFill>
                <a:latin typeface="Lucida Sans Unicode"/>
                <a:cs typeface="Lucida Sans Unicode"/>
              </a:rPr>
              <a:t>o</a:t>
            </a:r>
            <a:r>
              <a:rPr sz="22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r</a:t>
            </a:r>
            <a:r>
              <a:rPr sz="2200" spc="-55" dirty="0">
                <a:solidFill>
                  <a:srgbClr val="FFFFFF"/>
                </a:solidFill>
                <a:latin typeface="Lucida Sans Unicode"/>
                <a:cs typeface="Lucida Sans Unicode"/>
              </a:rPr>
              <a:t>i</a:t>
            </a:r>
            <a:r>
              <a:rPr sz="2200" spc="75" dirty="0">
                <a:solidFill>
                  <a:srgbClr val="FFFFFF"/>
                </a:solidFill>
                <a:latin typeface="Lucida Sans Unicode"/>
                <a:cs typeface="Lucida Sans Unicode"/>
              </a:rPr>
              <a:t>t</a:t>
            </a:r>
            <a:r>
              <a:rPr sz="22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h</a:t>
            </a:r>
            <a:r>
              <a:rPr sz="2200" spc="-35" dirty="0">
                <a:solidFill>
                  <a:srgbClr val="FFFFFF"/>
                </a:solidFill>
                <a:latin typeface="Lucida Sans Unicode"/>
                <a:cs typeface="Lucida Sans Unicode"/>
              </a:rPr>
              <a:t>m</a:t>
            </a:r>
            <a:r>
              <a:rPr sz="220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s</a:t>
            </a:r>
            <a:r>
              <a:rPr sz="2200" spc="-1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200" spc="30" dirty="0">
                <a:solidFill>
                  <a:srgbClr val="FFFFFF"/>
                </a:solidFill>
                <a:latin typeface="Lucida Sans Unicode"/>
                <a:cs typeface="Lucida Sans Unicode"/>
              </a:rPr>
              <a:t>f</a:t>
            </a:r>
            <a:r>
              <a:rPr sz="2200" spc="5" dirty="0">
                <a:solidFill>
                  <a:srgbClr val="FFFFFF"/>
                </a:solidFill>
                <a:latin typeface="Lucida Sans Unicode"/>
                <a:cs typeface="Lucida Sans Unicode"/>
              </a:rPr>
              <a:t>o</a:t>
            </a:r>
            <a:r>
              <a:rPr sz="2200" spc="15" dirty="0">
                <a:solidFill>
                  <a:srgbClr val="FFFFFF"/>
                </a:solidFill>
                <a:latin typeface="Lucida Sans Unicode"/>
                <a:cs typeface="Lucida Sans Unicode"/>
              </a:rPr>
              <a:t>r</a:t>
            </a:r>
            <a:r>
              <a:rPr sz="2200" spc="-1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200" spc="-30" dirty="0">
                <a:solidFill>
                  <a:srgbClr val="FFFFFF"/>
                </a:solidFill>
                <a:latin typeface="Lucida Sans Unicode"/>
                <a:cs typeface="Lucida Sans Unicode"/>
              </a:rPr>
              <a:t>s</a:t>
            </a:r>
            <a:r>
              <a:rPr sz="2200" spc="5" dirty="0">
                <a:solidFill>
                  <a:srgbClr val="FFFFFF"/>
                </a:solidFill>
                <a:latin typeface="Lucida Sans Unicode"/>
                <a:cs typeface="Lucida Sans Unicode"/>
              </a:rPr>
              <a:t>o</a:t>
            </a:r>
            <a:r>
              <a:rPr sz="22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r</a:t>
            </a:r>
            <a:r>
              <a:rPr sz="2200" spc="75" dirty="0">
                <a:solidFill>
                  <a:srgbClr val="FFFFFF"/>
                </a:solidFill>
                <a:latin typeface="Lucida Sans Unicode"/>
                <a:cs typeface="Lucida Sans Unicode"/>
              </a:rPr>
              <a:t>t</a:t>
            </a:r>
            <a:r>
              <a:rPr sz="2200" spc="-55" dirty="0">
                <a:solidFill>
                  <a:srgbClr val="FFFFFF"/>
                </a:solidFill>
                <a:latin typeface="Lucida Sans Unicode"/>
                <a:cs typeface="Lucida Sans Unicode"/>
              </a:rPr>
              <a:t>i</a:t>
            </a:r>
            <a:r>
              <a:rPr sz="22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n</a:t>
            </a:r>
            <a:r>
              <a:rPr sz="2200" spc="-155" dirty="0">
                <a:solidFill>
                  <a:srgbClr val="FFFFFF"/>
                </a:solidFill>
                <a:latin typeface="Lucida Sans Unicode"/>
                <a:cs typeface="Lucida Sans Unicode"/>
              </a:rPr>
              <a:t>g </a:t>
            </a:r>
            <a:r>
              <a:rPr sz="2200" spc="-30" dirty="0">
                <a:solidFill>
                  <a:srgbClr val="FFFFFF"/>
                </a:solidFill>
                <a:latin typeface="Lucida Sans Unicode"/>
                <a:cs typeface="Lucida Sans Unicode"/>
              </a:rPr>
              <a:t>s</a:t>
            </a:r>
            <a:r>
              <a:rPr sz="2200" spc="75" dirty="0">
                <a:solidFill>
                  <a:srgbClr val="FFFFFF"/>
                </a:solidFill>
                <a:latin typeface="Lucida Sans Unicode"/>
                <a:cs typeface="Lucida Sans Unicode"/>
              </a:rPr>
              <a:t>t</a:t>
            </a:r>
            <a:r>
              <a:rPr sz="2200" spc="5" dirty="0">
                <a:solidFill>
                  <a:srgbClr val="FFFFFF"/>
                </a:solidFill>
                <a:latin typeface="Lucida Sans Unicode"/>
                <a:cs typeface="Lucida Sans Unicode"/>
              </a:rPr>
              <a:t>o</a:t>
            </a:r>
            <a:r>
              <a:rPr sz="22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c</a:t>
            </a:r>
            <a:r>
              <a:rPr sz="2200" spc="-185" dirty="0">
                <a:solidFill>
                  <a:srgbClr val="FFFFFF"/>
                </a:solidFill>
                <a:latin typeface="Lucida Sans Unicode"/>
                <a:cs typeface="Lucida Sans Unicode"/>
              </a:rPr>
              <a:t>k</a:t>
            </a:r>
            <a:r>
              <a:rPr sz="220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s</a:t>
            </a:r>
            <a:r>
              <a:rPr sz="2200" spc="-1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200" spc="30" dirty="0">
                <a:solidFill>
                  <a:srgbClr val="FFFFFF"/>
                </a:solidFill>
                <a:latin typeface="Lucida Sans Unicode"/>
                <a:cs typeface="Lucida Sans Unicode"/>
              </a:rPr>
              <a:t>b</a:t>
            </a:r>
            <a:r>
              <a:rPr sz="22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a</a:t>
            </a:r>
            <a:r>
              <a:rPr sz="2200" spc="-30" dirty="0">
                <a:solidFill>
                  <a:srgbClr val="FFFFFF"/>
                </a:solidFill>
                <a:latin typeface="Lucida Sans Unicode"/>
                <a:cs typeface="Lucida Sans Unicode"/>
              </a:rPr>
              <a:t>s</a:t>
            </a:r>
            <a:r>
              <a:rPr sz="220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ed</a:t>
            </a:r>
            <a:r>
              <a:rPr sz="2200" spc="-1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200" spc="5" dirty="0">
                <a:solidFill>
                  <a:srgbClr val="FFFFFF"/>
                </a:solidFill>
                <a:latin typeface="Lucida Sans Unicode"/>
                <a:cs typeface="Lucida Sans Unicode"/>
              </a:rPr>
              <a:t>o</a:t>
            </a:r>
            <a:r>
              <a:rPr sz="2200" dirty="0">
                <a:solidFill>
                  <a:srgbClr val="FFFFFF"/>
                </a:solidFill>
                <a:latin typeface="Lucida Sans Unicode"/>
                <a:cs typeface="Lucida Sans Unicode"/>
              </a:rPr>
              <a:t>n</a:t>
            </a:r>
            <a:endParaRPr sz="2200">
              <a:latin typeface="Lucida Sans Unicode"/>
              <a:cs typeface="Lucida Sans Unicode"/>
            </a:endParaRPr>
          </a:p>
          <a:p>
            <a:pPr marL="12700" marR="5080">
              <a:lnSpc>
                <a:spcPct val="116500"/>
              </a:lnSpc>
            </a:pPr>
            <a:r>
              <a:rPr sz="2200" spc="-55" dirty="0">
                <a:solidFill>
                  <a:srgbClr val="FFFFFF"/>
                </a:solidFill>
                <a:latin typeface="Lucida Sans Unicode"/>
                <a:cs typeface="Lucida Sans Unicode"/>
              </a:rPr>
              <a:t>i</a:t>
            </a:r>
            <a:r>
              <a:rPr sz="22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n</a:t>
            </a:r>
            <a:r>
              <a:rPr sz="2200" spc="30" dirty="0">
                <a:solidFill>
                  <a:srgbClr val="FFFFFF"/>
                </a:solidFill>
                <a:latin typeface="Lucida Sans Unicode"/>
                <a:cs typeface="Lucida Sans Unicode"/>
              </a:rPr>
              <a:t>d</a:t>
            </a:r>
            <a:r>
              <a:rPr sz="220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u</a:t>
            </a:r>
            <a:r>
              <a:rPr sz="2200" spc="-30" dirty="0">
                <a:solidFill>
                  <a:srgbClr val="FFFFFF"/>
                </a:solidFill>
                <a:latin typeface="Lucida Sans Unicode"/>
                <a:cs typeface="Lucida Sans Unicode"/>
              </a:rPr>
              <a:t>s</a:t>
            </a:r>
            <a:r>
              <a:rPr sz="2200" spc="75" dirty="0">
                <a:solidFill>
                  <a:srgbClr val="FFFFFF"/>
                </a:solidFill>
                <a:latin typeface="Lucida Sans Unicode"/>
                <a:cs typeface="Lucida Sans Unicode"/>
              </a:rPr>
              <a:t>t</a:t>
            </a:r>
            <a:r>
              <a:rPr sz="22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r</a:t>
            </a:r>
            <a:r>
              <a:rPr sz="2200" spc="100" dirty="0">
                <a:solidFill>
                  <a:srgbClr val="FFFFFF"/>
                </a:solidFill>
                <a:latin typeface="Lucida Sans Unicode"/>
                <a:cs typeface="Lucida Sans Unicode"/>
              </a:rPr>
              <a:t>y</a:t>
            </a:r>
            <a:r>
              <a:rPr sz="2200" spc="-445" dirty="0">
                <a:solidFill>
                  <a:srgbClr val="FFFFFF"/>
                </a:solidFill>
                <a:latin typeface="Lucida Sans Unicode"/>
                <a:cs typeface="Lucida Sans Unicode"/>
              </a:rPr>
              <a:t>-</a:t>
            </a:r>
            <a:r>
              <a:rPr sz="2200" spc="-30" dirty="0">
                <a:solidFill>
                  <a:srgbClr val="FFFFFF"/>
                </a:solidFill>
                <a:latin typeface="Lucida Sans Unicode"/>
                <a:cs typeface="Lucida Sans Unicode"/>
              </a:rPr>
              <a:t>s</a:t>
            </a:r>
            <a:r>
              <a:rPr sz="2200" spc="30" dirty="0">
                <a:solidFill>
                  <a:srgbClr val="FFFFFF"/>
                </a:solidFill>
                <a:latin typeface="Lucida Sans Unicode"/>
                <a:cs typeface="Lucida Sans Unicode"/>
              </a:rPr>
              <a:t>p</a:t>
            </a:r>
            <a:r>
              <a:rPr sz="220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22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c</a:t>
            </a:r>
            <a:r>
              <a:rPr sz="2200" spc="-55" dirty="0">
                <a:solidFill>
                  <a:srgbClr val="FFFFFF"/>
                </a:solidFill>
                <a:latin typeface="Lucida Sans Unicode"/>
                <a:cs typeface="Lucida Sans Unicode"/>
              </a:rPr>
              <a:t>i</a:t>
            </a:r>
            <a:r>
              <a:rPr sz="2200" spc="30" dirty="0">
                <a:solidFill>
                  <a:srgbClr val="FFFFFF"/>
                </a:solidFill>
                <a:latin typeface="Lucida Sans Unicode"/>
                <a:cs typeface="Lucida Sans Unicode"/>
              </a:rPr>
              <a:t>f</a:t>
            </a:r>
            <a:r>
              <a:rPr sz="2200" spc="-55" dirty="0">
                <a:solidFill>
                  <a:srgbClr val="FFFFFF"/>
                </a:solidFill>
                <a:latin typeface="Lucida Sans Unicode"/>
                <a:cs typeface="Lucida Sans Unicode"/>
              </a:rPr>
              <a:t>i</a:t>
            </a:r>
            <a:r>
              <a:rPr sz="2200" spc="95" dirty="0">
                <a:solidFill>
                  <a:srgbClr val="FFFFFF"/>
                </a:solidFill>
                <a:latin typeface="Lucida Sans Unicode"/>
                <a:cs typeface="Lucida Sans Unicode"/>
              </a:rPr>
              <a:t>c</a:t>
            </a:r>
            <a:r>
              <a:rPr sz="2200" spc="-1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2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c</a:t>
            </a:r>
            <a:r>
              <a:rPr sz="22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r</a:t>
            </a:r>
            <a:r>
              <a:rPr sz="2200" spc="-55" dirty="0">
                <a:solidFill>
                  <a:srgbClr val="FFFFFF"/>
                </a:solidFill>
                <a:latin typeface="Lucida Sans Unicode"/>
                <a:cs typeface="Lucida Sans Unicode"/>
              </a:rPr>
              <a:t>i</a:t>
            </a:r>
            <a:r>
              <a:rPr sz="2200" spc="75" dirty="0">
                <a:solidFill>
                  <a:srgbClr val="FFFFFF"/>
                </a:solidFill>
                <a:latin typeface="Lucida Sans Unicode"/>
                <a:cs typeface="Lucida Sans Unicode"/>
              </a:rPr>
              <a:t>t</a:t>
            </a:r>
            <a:r>
              <a:rPr sz="220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22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r</a:t>
            </a:r>
            <a:r>
              <a:rPr sz="2200" spc="-55" dirty="0">
                <a:solidFill>
                  <a:srgbClr val="FFFFFF"/>
                </a:solidFill>
                <a:latin typeface="Lucida Sans Unicode"/>
                <a:cs typeface="Lucida Sans Unicode"/>
              </a:rPr>
              <a:t>i</a:t>
            </a:r>
            <a:r>
              <a:rPr sz="22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a</a:t>
            </a:r>
            <a:r>
              <a:rPr sz="2200" spc="-114" dirty="0">
                <a:solidFill>
                  <a:srgbClr val="FFFFFF"/>
                </a:solidFill>
                <a:latin typeface="Lucida Sans Unicode"/>
                <a:cs typeface="Lucida Sans Unicode"/>
              </a:rPr>
              <a:t>,</a:t>
            </a:r>
            <a:r>
              <a:rPr sz="2200" spc="-1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20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22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n</a:t>
            </a:r>
            <a:r>
              <a:rPr sz="2200" spc="-30" dirty="0">
                <a:solidFill>
                  <a:srgbClr val="FFFFFF"/>
                </a:solidFill>
                <a:latin typeface="Lucida Sans Unicode"/>
                <a:cs typeface="Lucida Sans Unicode"/>
              </a:rPr>
              <a:t>s</a:t>
            </a:r>
            <a:r>
              <a:rPr sz="220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u</a:t>
            </a:r>
            <a:r>
              <a:rPr sz="22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r</a:t>
            </a:r>
            <a:r>
              <a:rPr sz="2200" spc="-55" dirty="0">
                <a:solidFill>
                  <a:srgbClr val="FFFFFF"/>
                </a:solidFill>
                <a:latin typeface="Lucida Sans Unicode"/>
                <a:cs typeface="Lucida Sans Unicode"/>
              </a:rPr>
              <a:t>i</a:t>
            </a:r>
            <a:r>
              <a:rPr sz="22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n</a:t>
            </a:r>
            <a:r>
              <a:rPr sz="2200" spc="-155" dirty="0">
                <a:solidFill>
                  <a:srgbClr val="FFFFFF"/>
                </a:solidFill>
                <a:latin typeface="Lucida Sans Unicode"/>
                <a:cs typeface="Lucida Sans Unicode"/>
              </a:rPr>
              <a:t>g </a:t>
            </a:r>
            <a:r>
              <a:rPr sz="2200" spc="75" dirty="0">
                <a:solidFill>
                  <a:srgbClr val="FFFFFF"/>
                </a:solidFill>
                <a:latin typeface="Lucida Sans Unicode"/>
                <a:cs typeface="Lucida Sans Unicode"/>
              </a:rPr>
              <a:t>t</a:t>
            </a:r>
            <a:r>
              <a:rPr sz="22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h</a:t>
            </a:r>
            <a:r>
              <a:rPr sz="220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2200" spc="-1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200" spc="-30" dirty="0">
                <a:solidFill>
                  <a:srgbClr val="FFFFFF"/>
                </a:solidFill>
                <a:latin typeface="Lucida Sans Unicode"/>
                <a:cs typeface="Lucida Sans Unicode"/>
              </a:rPr>
              <a:t>s</a:t>
            </a:r>
            <a:r>
              <a:rPr sz="2200" spc="100" dirty="0">
                <a:solidFill>
                  <a:srgbClr val="FFFFFF"/>
                </a:solidFill>
                <a:latin typeface="Lucida Sans Unicode"/>
                <a:cs typeface="Lucida Sans Unicode"/>
              </a:rPr>
              <a:t>y</a:t>
            </a:r>
            <a:r>
              <a:rPr sz="2200" spc="-30" dirty="0">
                <a:solidFill>
                  <a:srgbClr val="FFFFFF"/>
                </a:solidFill>
                <a:latin typeface="Lucida Sans Unicode"/>
                <a:cs typeface="Lucida Sans Unicode"/>
              </a:rPr>
              <a:t>s</a:t>
            </a:r>
            <a:r>
              <a:rPr sz="2200" spc="75" dirty="0">
                <a:solidFill>
                  <a:srgbClr val="FFFFFF"/>
                </a:solidFill>
                <a:latin typeface="Lucida Sans Unicode"/>
                <a:cs typeface="Lucida Sans Unicode"/>
              </a:rPr>
              <a:t>t</a:t>
            </a:r>
            <a:r>
              <a:rPr sz="220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2200" spc="-35" dirty="0">
                <a:solidFill>
                  <a:srgbClr val="FFFFFF"/>
                </a:solidFill>
                <a:latin typeface="Lucida Sans Unicode"/>
                <a:cs typeface="Lucida Sans Unicode"/>
              </a:rPr>
              <a:t>m</a:t>
            </a:r>
            <a:r>
              <a:rPr sz="2200" spc="25" dirty="0">
                <a:solidFill>
                  <a:srgbClr val="FFFFFF"/>
                </a:solidFill>
                <a:latin typeface="Lucida Sans Unicode"/>
                <a:cs typeface="Lucida Sans Unicode"/>
              </a:rPr>
              <a:t>'</a:t>
            </a:r>
            <a:r>
              <a:rPr sz="220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s  </a:t>
            </a:r>
            <a:r>
              <a:rPr sz="2200" spc="25" dirty="0">
                <a:solidFill>
                  <a:srgbClr val="FFFFFF"/>
                </a:solidFill>
                <a:latin typeface="Lucida Sans Unicode"/>
                <a:cs typeface="Lucida Sans Unicode"/>
              </a:rPr>
              <a:t>capability </a:t>
            </a:r>
            <a:r>
              <a:rPr sz="2200" spc="45" dirty="0">
                <a:solidFill>
                  <a:srgbClr val="FFFFFF"/>
                </a:solidFill>
                <a:latin typeface="Lucida Sans Unicode"/>
                <a:cs typeface="Lucida Sans Unicode"/>
              </a:rPr>
              <a:t>to </a:t>
            </a:r>
            <a:r>
              <a:rPr sz="2200" spc="25" dirty="0">
                <a:solidFill>
                  <a:srgbClr val="FFFFFF"/>
                </a:solidFill>
                <a:latin typeface="Lucida Sans Unicode"/>
                <a:cs typeface="Lucida Sans Unicode"/>
              </a:rPr>
              <a:t>provide </a:t>
            </a:r>
            <a:r>
              <a:rPr sz="2200" spc="15" dirty="0">
                <a:solidFill>
                  <a:srgbClr val="FFFFFF"/>
                </a:solidFill>
                <a:latin typeface="Lucida Sans Unicode"/>
                <a:cs typeface="Lucida Sans Unicode"/>
              </a:rPr>
              <a:t>targeted </a:t>
            </a:r>
            <a:r>
              <a:rPr sz="22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2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r</a:t>
            </a:r>
            <a:r>
              <a:rPr sz="220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22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c</a:t>
            </a:r>
            <a:r>
              <a:rPr sz="2200" spc="5" dirty="0">
                <a:solidFill>
                  <a:srgbClr val="FFFFFF"/>
                </a:solidFill>
                <a:latin typeface="Lucida Sans Unicode"/>
                <a:cs typeface="Lucida Sans Unicode"/>
              </a:rPr>
              <a:t>o</a:t>
            </a:r>
            <a:r>
              <a:rPr sz="2200" spc="-35" dirty="0">
                <a:solidFill>
                  <a:srgbClr val="FFFFFF"/>
                </a:solidFill>
                <a:latin typeface="Lucida Sans Unicode"/>
                <a:cs typeface="Lucida Sans Unicode"/>
              </a:rPr>
              <a:t>mm</a:t>
            </a:r>
            <a:r>
              <a:rPr sz="220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22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n</a:t>
            </a:r>
            <a:r>
              <a:rPr sz="2200" spc="30" dirty="0">
                <a:solidFill>
                  <a:srgbClr val="FFFFFF"/>
                </a:solidFill>
                <a:latin typeface="Lucida Sans Unicode"/>
                <a:cs typeface="Lucida Sans Unicode"/>
              </a:rPr>
              <a:t>d</a:t>
            </a:r>
            <a:r>
              <a:rPr sz="22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a</a:t>
            </a:r>
            <a:r>
              <a:rPr sz="2200" spc="75" dirty="0">
                <a:solidFill>
                  <a:srgbClr val="FFFFFF"/>
                </a:solidFill>
                <a:latin typeface="Lucida Sans Unicode"/>
                <a:cs typeface="Lucida Sans Unicode"/>
              </a:rPr>
              <a:t>t</a:t>
            </a:r>
            <a:r>
              <a:rPr sz="2200" spc="-55" dirty="0">
                <a:solidFill>
                  <a:srgbClr val="FFFFFF"/>
                </a:solidFill>
                <a:latin typeface="Lucida Sans Unicode"/>
                <a:cs typeface="Lucida Sans Unicode"/>
              </a:rPr>
              <a:t>i</a:t>
            </a:r>
            <a:r>
              <a:rPr sz="2200" spc="5" dirty="0">
                <a:solidFill>
                  <a:srgbClr val="FFFFFF"/>
                </a:solidFill>
                <a:latin typeface="Lucida Sans Unicode"/>
                <a:cs typeface="Lucida Sans Unicode"/>
              </a:rPr>
              <a:t>o</a:t>
            </a:r>
            <a:r>
              <a:rPr sz="22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n</a:t>
            </a:r>
            <a:r>
              <a:rPr sz="220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s</a:t>
            </a:r>
            <a:r>
              <a:rPr sz="2200" spc="-1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200" spc="-55" dirty="0">
                <a:solidFill>
                  <a:srgbClr val="FFFFFF"/>
                </a:solidFill>
                <a:latin typeface="Lucida Sans Unicode"/>
                <a:cs typeface="Lucida Sans Unicode"/>
              </a:rPr>
              <a:t>i</a:t>
            </a:r>
            <a:r>
              <a:rPr sz="2200" dirty="0">
                <a:solidFill>
                  <a:srgbClr val="FFFFFF"/>
                </a:solidFill>
                <a:latin typeface="Lucida Sans Unicode"/>
                <a:cs typeface="Lucida Sans Unicode"/>
              </a:rPr>
              <a:t>n</a:t>
            </a:r>
            <a:r>
              <a:rPr sz="2200" spc="-1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200" spc="15" dirty="0">
                <a:solidFill>
                  <a:srgbClr val="FFFFFF"/>
                </a:solidFill>
                <a:latin typeface="Lucida Sans Unicode"/>
                <a:cs typeface="Lucida Sans Unicode"/>
              </a:rPr>
              <a:t>a</a:t>
            </a:r>
            <a:r>
              <a:rPr sz="2200" spc="-1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200" spc="30" dirty="0">
                <a:solidFill>
                  <a:srgbClr val="FFFFFF"/>
                </a:solidFill>
                <a:latin typeface="Lucida Sans Unicode"/>
                <a:cs typeface="Lucida Sans Unicode"/>
              </a:rPr>
              <a:t>d</a:t>
            </a:r>
            <a:r>
              <a:rPr sz="2200" spc="100" dirty="0">
                <a:solidFill>
                  <a:srgbClr val="FFFFFF"/>
                </a:solidFill>
                <a:latin typeface="Lucida Sans Unicode"/>
                <a:cs typeface="Lucida Sans Unicode"/>
              </a:rPr>
              <a:t>y</a:t>
            </a:r>
            <a:r>
              <a:rPr sz="22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n</a:t>
            </a:r>
            <a:r>
              <a:rPr sz="22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a</a:t>
            </a:r>
            <a:r>
              <a:rPr sz="2200" spc="-35" dirty="0">
                <a:solidFill>
                  <a:srgbClr val="FFFFFF"/>
                </a:solidFill>
                <a:latin typeface="Lucida Sans Unicode"/>
                <a:cs typeface="Lucida Sans Unicode"/>
              </a:rPr>
              <a:t>m</a:t>
            </a:r>
            <a:r>
              <a:rPr sz="2200" spc="-55" dirty="0">
                <a:solidFill>
                  <a:srgbClr val="FFFFFF"/>
                </a:solidFill>
                <a:latin typeface="Lucida Sans Unicode"/>
                <a:cs typeface="Lucida Sans Unicode"/>
              </a:rPr>
              <a:t>i</a:t>
            </a:r>
            <a:r>
              <a:rPr sz="2200" spc="95" dirty="0">
                <a:solidFill>
                  <a:srgbClr val="FFFFFF"/>
                </a:solidFill>
                <a:latin typeface="Lucida Sans Unicode"/>
                <a:cs typeface="Lucida Sans Unicode"/>
              </a:rPr>
              <a:t>c</a:t>
            </a:r>
            <a:r>
              <a:rPr sz="2200" spc="-1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200" spc="-35" dirty="0">
                <a:solidFill>
                  <a:srgbClr val="FFFFFF"/>
                </a:solidFill>
                <a:latin typeface="Lucida Sans Unicode"/>
                <a:cs typeface="Lucida Sans Unicode"/>
              </a:rPr>
              <a:t>m</a:t>
            </a:r>
            <a:r>
              <a:rPr sz="22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ar</a:t>
            </a:r>
            <a:r>
              <a:rPr sz="2200" spc="-185" dirty="0">
                <a:solidFill>
                  <a:srgbClr val="FFFFFF"/>
                </a:solidFill>
                <a:latin typeface="Lucida Sans Unicode"/>
                <a:cs typeface="Lucida Sans Unicode"/>
              </a:rPr>
              <a:t>k</a:t>
            </a:r>
            <a:r>
              <a:rPr sz="220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220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t  </a:t>
            </a:r>
            <a:r>
              <a:rPr sz="2200" spc="5" dirty="0">
                <a:solidFill>
                  <a:srgbClr val="FFFFFF"/>
                </a:solidFill>
                <a:latin typeface="Lucida Sans Unicode"/>
                <a:cs typeface="Lucida Sans Unicode"/>
              </a:rPr>
              <a:t>environment.</a:t>
            </a:r>
            <a:endParaRPr sz="2200">
              <a:latin typeface="Lucida Sans Unicode"/>
              <a:cs typeface="Lucida Sans Unicode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9952743" y="2067956"/>
            <a:ext cx="6778625" cy="27590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6500"/>
              </a:lnSpc>
              <a:spcBef>
                <a:spcPts val="95"/>
              </a:spcBef>
            </a:pPr>
            <a:r>
              <a:rPr sz="2200" spc="-35" dirty="0">
                <a:solidFill>
                  <a:srgbClr val="FFFFFF"/>
                </a:solidFill>
                <a:latin typeface="Lucida Sans Unicode"/>
                <a:cs typeface="Lucida Sans Unicode"/>
              </a:rPr>
              <a:t>Real-time </a:t>
            </a:r>
            <a:r>
              <a:rPr sz="2200" spc="30" dirty="0">
                <a:solidFill>
                  <a:srgbClr val="FFFFFF"/>
                </a:solidFill>
                <a:latin typeface="Lucida Sans Unicode"/>
                <a:cs typeface="Lucida Sans Unicode"/>
              </a:rPr>
              <a:t>Data </a:t>
            </a:r>
            <a:r>
              <a:rPr sz="22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Integration: </a:t>
            </a:r>
            <a:r>
              <a:rPr sz="2200" spc="15" dirty="0">
                <a:solidFill>
                  <a:srgbClr val="FFFFFF"/>
                </a:solidFill>
                <a:latin typeface="Lucida Sans Unicode"/>
                <a:cs typeface="Lucida Sans Unicode"/>
              </a:rPr>
              <a:t>Establish a robust </a:t>
            </a:r>
            <a:r>
              <a:rPr sz="22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 system for daily </a:t>
            </a:r>
            <a:r>
              <a:rPr sz="2200" spc="30" dirty="0">
                <a:solidFill>
                  <a:srgbClr val="FFFFFF"/>
                </a:solidFill>
                <a:latin typeface="Lucida Sans Unicode"/>
                <a:cs typeface="Lucida Sans Unicode"/>
              </a:rPr>
              <a:t>data </a:t>
            </a:r>
            <a:r>
              <a:rPr sz="22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updates </a:t>
            </a:r>
            <a:r>
              <a:rPr sz="2200" spc="5" dirty="0">
                <a:solidFill>
                  <a:srgbClr val="FFFFFF"/>
                </a:solidFill>
                <a:latin typeface="Lucida Sans Unicode"/>
                <a:cs typeface="Lucida Sans Unicode"/>
              </a:rPr>
              <a:t>from various </a:t>
            </a:r>
            <a:r>
              <a:rPr sz="22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sources, </a:t>
            </a:r>
            <a:r>
              <a:rPr sz="220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including </a:t>
            </a:r>
            <a:r>
              <a:rPr sz="2200" dirty="0">
                <a:solidFill>
                  <a:srgbClr val="FFFFFF"/>
                </a:solidFill>
                <a:latin typeface="Lucida Sans Unicode"/>
                <a:cs typeface="Lucida Sans Unicode"/>
              </a:rPr>
              <a:t>Yahoo </a:t>
            </a:r>
            <a:r>
              <a:rPr sz="22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Finance </a:t>
            </a:r>
            <a:r>
              <a:rPr sz="2200" dirty="0">
                <a:solidFill>
                  <a:srgbClr val="FFFFFF"/>
                </a:solidFill>
                <a:latin typeface="Lucida Sans Unicode"/>
                <a:cs typeface="Lucida Sans Unicode"/>
              </a:rPr>
              <a:t>library, </a:t>
            </a:r>
            <a:r>
              <a:rPr sz="22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stock </a:t>
            </a:r>
            <a:r>
              <a:rPr sz="220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200" spc="15" dirty="0">
                <a:solidFill>
                  <a:srgbClr val="FFFFFF"/>
                </a:solidFill>
                <a:latin typeface="Lucida Sans Unicode"/>
                <a:cs typeface="Lucida Sans Unicode"/>
              </a:rPr>
              <a:t>symbol </a:t>
            </a:r>
            <a:r>
              <a:rPr sz="22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API, </a:t>
            </a:r>
            <a:r>
              <a:rPr sz="2200" spc="15" dirty="0">
                <a:solidFill>
                  <a:srgbClr val="FFFFFF"/>
                </a:solidFill>
                <a:latin typeface="Lucida Sans Unicode"/>
                <a:cs typeface="Lucida Sans Unicode"/>
              </a:rPr>
              <a:t>and </a:t>
            </a:r>
            <a:r>
              <a:rPr sz="2200" spc="25" dirty="0">
                <a:solidFill>
                  <a:srgbClr val="FFFFFF"/>
                </a:solidFill>
                <a:latin typeface="Lucida Sans Unicode"/>
                <a:cs typeface="Lucida Sans Unicode"/>
              </a:rPr>
              <a:t>other </a:t>
            </a:r>
            <a:r>
              <a:rPr sz="2200" dirty="0">
                <a:solidFill>
                  <a:srgbClr val="FFFFFF"/>
                </a:solidFill>
                <a:latin typeface="Lucida Sans Unicode"/>
                <a:cs typeface="Lucida Sans Unicode"/>
              </a:rPr>
              <a:t>databases. </a:t>
            </a:r>
            <a:r>
              <a:rPr sz="22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Ensure </a:t>
            </a:r>
            <a:r>
              <a:rPr sz="2200" spc="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200" spc="-30" dirty="0">
                <a:solidFill>
                  <a:srgbClr val="FFFFFF"/>
                </a:solidFill>
                <a:latin typeface="Lucida Sans Unicode"/>
                <a:cs typeface="Lucida Sans Unicode"/>
              </a:rPr>
              <a:t>s</a:t>
            </a:r>
            <a:r>
              <a:rPr sz="220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22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a</a:t>
            </a:r>
            <a:r>
              <a:rPr sz="2200" spc="-35" dirty="0">
                <a:solidFill>
                  <a:srgbClr val="FFFFFF"/>
                </a:solidFill>
                <a:latin typeface="Lucida Sans Unicode"/>
                <a:cs typeface="Lucida Sans Unicode"/>
              </a:rPr>
              <a:t>m</a:t>
            </a:r>
            <a:r>
              <a:rPr sz="2200" spc="5" dirty="0">
                <a:solidFill>
                  <a:srgbClr val="FFFFFF"/>
                </a:solidFill>
                <a:latin typeface="Lucida Sans Unicode"/>
                <a:cs typeface="Lucida Sans Unicode"/>
              </a:rPr>
              <a:t>l</a:t>
            </a:r>
            <a:r>
              <a:rPr sz="220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2200" spc="-30" dirty="0">
                <a:solidFill>
                  <a:srgbClr val="FFFFFF"/>
                </a:solidFill>
                <a:latin typeface="Lucida Sans Unicode"/>
                <a:cs typeface="Lucida Sans Unicode"/>
              </a:rPr>
              <a:t>s</a:t>
            </a:r>
            <a:r>
              <a:rPr sz="220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s</a:t>
            </a:r>
            <a:r>
              <a:rPr sz="2200" spc="-1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200" spc="-55" dirty="0">
                <a:solidFill>
                  <a:srgbClr val="FFFFFF"/>
                </a:solidFill>
                <a:latin typeface="Lucida Sans Unicode"/>
                <a:cs typeface="Lucida Sans Unicode"/>
              </a:rPr>
              <a:t>i</a:t>
            </a:r>
            <a:r>
              <a:rPr sz="22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n</a:t>
            </a:r>
            <a:r>
              <a:rPr sz="2200" spc="75" dirty="0">
                <a:solidFill>
                  <a:srgbClr val="FFFFFF"/>
                </a:solidFill>
                <a:latin typeface="Lucida Sans Unicode"/>
                <a:cs typeface="Lucida Sans Unicode"/>
              </a:rPr>
              <a:t>t</a:t>
            </a:r>
            <a:r>
              <a:rPr sz="220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2200" spc="-160" dirty="0">
                <a:solidFill>
                  <a:srgbClr val="FFFFFF"/>
                </a:solidFill>
                <a:latin typeface="Lucida Sans Unicode"/>
                <a:cs typeface="Lucida Sans Unicode"/>
              </a:rPr>
              <a:t>g</a:t>
            </a:r>
            <a:r>
              <a:rPr sz="22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ra</a:t>
            </a:r>
            <a:r>
              <a:rPr sz="2200" spc="75" dirty="0">
                <a:solidFill>
                  <a:srgbClr val="FFFFFF"/>
                </a:solidFill>
                <a:latin typeface="Lucida Sans Unicode"/>
                <a:cs typeface="Lucida Sans Unicode"/>
              </a:rPr>
              <a:t>t</a:t>
            </a:r>
            <a:r>
              <a:rPr sz="2200" spc="-55" dirty="0">
                <a:solidFill>
                  <a:srgbClr val="FFFFFF"/>
                </a:solidFill>
                <a:latin typeface="Lucida Sans Unicode"/>
                <a:cs typeface="Lucida Sans Unicode"/>
              </a:rPr>
              <a:t>i</a:t>
            </a:r>
            <a:r>
              <a:rPr sz="2200" spc="5" dirty="0">
                <a:solidFill>
                  <a:srgbClr val="FFFFFF"/>
                </a:solidFill>
                <a:latin typeface="Lucida Sans Unicode"/>
                <a:cs typeface="Lucida Sans Unicode"/>
              </a:rPr>
              <a:t>o</a:t>
            </a:r>
            <a:r>
              <a:rPr sz="2200" dirty="0">
                <a:solidFill>
                  <a:srgbClr val="FFFFFF"/>
                </a:solidFill>
                <a:latin typeface="Lucida Sans Unicode"/>
                <a:cs typeface="Lucida Sans Unicode"/>
              </a:rPr>
              <a:t>n</a:t>
            </a:r>
            <a:r>
              <a:rPr sz="2200" spc="-1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200" spc="75" dirty="0">
                <a:solidFill>
                  <a:srgbClr val="FFFFFF"/>
                </a:solidFill>
                <a:latin typeface="Lucida Sans Unicode"/>
                <a:cs typeface="Lucida Sans Unicode"/>
              </a:rPr>
              <a:t>t</a:t>
            </a:r>
            <a:r>
              <a:rPr sz="22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o</a:t>
            </a:r>
            <a:r>
              <a:rPr sz="2200" spc="-1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200" spc="-185" dirty="0">
                <a:solidFill>
                  <a:srgbClr val="FFFFFF"/>
                </a:solidFill>
                <a:latin typeface="Lucida Sans Unicode"/>
                <a:cs typeface="Lucida Sans Unicode"/>
              </a:rPr>
              <a:t>k</a:t>
            </a:r>
            <a:r>
              <a:rPr sz="220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eep</a:t>
            </a:r>
            <a:r>
              <a:rPr sz="2200" spc="-1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200" spc="75" dirty="0">
                <a:solidFill>
                  <a:srgbClr val="FFFFFF"/>
                </a:solidFill>
                <a:latin typeface="Lucida Sans Unicode"/>
                <a:cs typeface="Lucida Sans Unicode"/>
              </a:rPr>
              <a:t>t</a:t>
            </a:r>
            <a:r>
              <a:rPr sz="22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h</a:t>
            </a:r>
            <a:r>
              <a:rPr sz="220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2200" spc="-1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200" spc="-30" dirty="0">
                <a:solidFill>
                  <a:srgbClr val="FFFFFF"/>
                </a:solidFill>
                <a:latin typeface="Lucida Sans Unicode"/>
                <a:cs typeface="Lucida Sans Unicode"/>
              </a:rPr>
              <a:t>s</a:t>
            </a:r>
            <a:r>
              <a:rPr sz="2200" spc="5" dirty="0">
                <a:solidFill>
                  <a:srgbClr val="FFFFFF"/>
                </a:solidFill>
                <a:latin typeface="Lucida Sans Unicode"/>
                <a:cs typeface="Lucida Sans Unicode"/>
              </a:rPr>
              <a:t>o</a:t>
            </a:r>
            <a:r>
              <a:rPr sz="22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r</a:t>
            </a:r>
            <a:r>
              <a:rPr sz="2200" spc="75" dirty="0">
                <a:solidFill>
                  <a:srgbClr val="FFFFFF"/>
                </a:solidFill>
                <a:latin typeface="Lucida Sans Unicode"/>
                <a:cs typeface="Lucida Sans Unicode"/>
              </a:rPr>
              <a:t>t</a:t>
            </a:r>
            <a:r>
              <a:rPr sz="220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ed</a:t>
            </a:r>
            <a:r>
              <a:rPr sz="2200" spc="-1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200" spc="-30" dirty="0">
                <a:solidFill>
                  <a:srgbClr val="FFFFFF"/>
                </a:solidFill>
                <a:latin typeface="Lucida Sans Unicode"/>
                <a:cs typeface="Lucida Sans Unicode"/>
              </a:rPr>
              <a:t>s</a:t>
            </a:r>
            <a:r>
              <a:rPr sz="2200" spc="75" dirty="0">
                <a:solidFill>
                  <a:srgbClr val="FFFFFF"/>
                </a:solidFill>
                <a:latin typeface="Lucida Sans Unicode"/>
                <a:cs typeface="Lucida Sans Unicode"/>
              </a:rPr>
              <a:t>t</a:t>
            </a:r>
            <a:r>
              <a:rPr sz="2200" spc="5" dirty="0">
                <a:solidFill>
                  <a:srgbClr val="FFFFFF"/>
                </a:solidFill>
                <a:latin typeface="Lucida Sans Unicode"/>
                <a:cs typeface="Lucida Sans Unicode"/>
              </a:rPr>
              <a:t>o</a:t>
            </a:r>
            <a:r>
              <a:rPr sz="22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c</a:t>
            </a:r>
            <a:r>
              <a:rPr sz="2200" spc="-180" dirty="0">
                <a:solidFill>
                  <a:srgbClr val="FFFFFF"/>
                </a:solidFill>
                <a:latin typeface="Lucida Sans Unicode"/>
                <a:cs typeface="Lucida Sans Unicode"/>
              </a:rPr>
              <a:t>k</a:t>
            </a:r>
            <a:r>
              <a:rPr sz="2200" spc="-1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200" spc="5" dirty="0">
                <a:solidFill>
                  <a:srgbClr val="FFFFFF"/>
                </a:solidFill>
                <a:latin typeface="Lucida Sans Unicode"/>
                <a:cs typeface="Lucida Sans Unicode"/>
              </a:rPr>
              <a:t>l</a:t>
            </a:r>
            <a:r>
              <a:rPr sz="2200" spc="-55" dirty="0">
                <a:solidFill>
                  <a:srgbClr val="FFFFFF"/>
                </a:solidFill>
                <a:latin typeface="Lucida Sans Unicode"/>
                <a:cs typeface="Lucida Sans Unicode"/>
              </a:rPr>
              <a:t>i</a:t>
            </a:r>
            <a:r>
              <a:rPr sz="2200" spc="-30" dirty="0">
                <a:solidFill>
                  <a:srgbClr val="FFFFFF"/>
                </a:solidFill>
                <a:latin typeface="Lucida Sans Unicode"/>
                <a:cs typeface="Lucida Sans Unicode"/>
              </a:rPr>
              <a:t>s</a:t>
            </a:r>
            <a:r>
              <a:rPr sz="2200" spc="75" dirty="0">
                <a:solidFill>
                  <a:srgbClr val="FFFFFF"/>
                </a:solidFill>
                <a:latin typeface="Lucida Sans Unicode"/>
                <a:cs typeface="Lucida Sans Unicode"/>
              </a:rPr>
              <a:t>t</a:t>
            </a:r>
            <a:r>
              <a:rPr sz="220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s  </a:t>
            </a:r>
            <a:r>
              <a:rPr sz="22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c</a:t>
            </a:r>
            <a:r>
              <a:rPr sz="220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u</a:t>
            </a:r>
            <a:r>
              <a:rPr sz="22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rr</a:t>
            </a:r>
            <a:r>
              <a:rPr sz="220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22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n</a:t>
            </a:r>
            <a:r>
              <a:rPr sz="22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t</a:t>
            </a:r>
            <a:r>
              <a:rPr sz="2200" spc="-1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2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a</a:t>
            </a:r>
            <a:r>
              <a:rPr sz="22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n</a:t>
            </a:r>
            <a:r>
              <a:rPr sz="220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d</a:t>
            </a:r>
            <a:r>
              <a:rPr sz="2200" spc="-1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2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r</a:t>
            </a:r>
            <a:r>
              <a:rPr sz="220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2200" spc="30" dirty="0">
                <a:solidFill>
                  <a:srgbClr val="FFFFFF"/>
                </a:solidFill>
                <a:latin typeface="Lucida Sans Unicode"/>
                <a:cs typeface="Lucida Sans Unicode"/>
              </a:rPr>
              <a:t>f</a:t>
            </a:r>
            <a:r>
              <a:rPr sz="2200" spc="5" dirty="0">
                <a:solidFill>
                  <a:srgbClr val="FFFFFF"/>
                </a:solidFill>
                <a:latin typeface="Lucida Sans Unicode"/>
                <a:cs typeface="Lucida Sans Unicode"/>
              </a:rPr>
              <a:t>l</a:t>
            </a:r>
            <a:r>
              <a:rPr sz="220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22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c</a:t>
            </a:r>
            <a:r>
              <a:rPr sz="2200" spc="75" dirty="0">
                <a:solidFill>
                  <a:srgbClr val="FFFFFF"/>
                </a:solidFill>
                <a:latin typeface="Lucida Sans Unicode"/>
                <a:cs typeface="Lucida Sans Unicode"/>
              </a:rPr>
              <a:t>t</a:t>
            </a:r>
            <a:r>
              <a:rPr sz="2200" spc="-55" dirty="0">
                <a:solidFill>
                  <a:srgbClr val="FFFFFF"/>
                </a:solidFill>
                <a:latin typeface="Lucida Sans Unicode"/>
                <a:cs typeface="Lucida Sans Unicode"/>
              </a:rPr>
              <a:t>i</a:t>
            </a:r>
            <a:r>
              <a:rPr sz="2200" spc="114" dirty="0">
                <a:solidFill>
                  <a:srgbClr val="FFFFFF"/>
                </a:solidFill>
                <a:latin typeface="Lucida Sans Unicode"/>
                <a:cs typeface="Lucida Sans Unicode"/>
              </a:rPr>
              <a:t>v</a:t>
            </a:r>
            <a:r>
              <a:rPr sz="220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2200" spc="-1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200" spc="5" dirty="0">
                <a:solidFill>
                  <a:srgbClr val="FFFFFF"/>
                </a:solidFill>
                <a:latin typeface="Lucida Sans Unicode"/>
                <a:cs typeface="Lucida Sans Unicode"/>
              </a:rPr>
              <a:t>o</a:t>
            </a:r>
            <a:r>
              <a:rPr sz="220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f</a:t>
            </a:r>
            <a:r>
              <a:rPr sz="2200" spc="-1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2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c</a:t>
            </a:r>
            <a:r>
              <a:rPr sz="22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h</a:t>
            </a:r>
            <a:r>
              <a:rPr sz="22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a</a:t>
            </a:r>
            <a:r>
              <a:rPr sz="22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n</a:t>
            </a:r>
            <a:r>
              <a:rPr sz="2200" spc="-160" dirty="0">
                <a:solidFill>
                  <a:srgbClr val="FFFFFF"/>
                </a:solidFill>
                <a:latin typeface="Lucida Sans Unicode"/>
                <a:cs typeface="Lucida Sans Unicode"/>
              </a:rPr>
              <a:t>g</a:t>
            </a:r>
            <a:r>
              <a:rPr sz="2200" spc="-55" dirty="0">
                <a:solidFill>
                  <a:srgbClr val="FFFFFF"/>
                </a:solidFill>
                <a:latin typeface="Lucida Sans Unicode"/>
                <a:cs typeface="Lucida Sans Unicode"/>
              </a:rPr>
              <a:t>i</a:t>
            </a:r>
            <a:r>
              <a:rPr sz="22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n</a:t>
            </a:r>
            <a:r>
              <a:rPr sz="2200" spc="-155" dirty="0">
                <a:solidFill>
                  <a:srgbClr val="FFFFFF"/>
                </a:solidFill>
                <a:latin typeface="Lucida Sans Unicode"/>
                <a:cs typeface="Lucida Sans Unicode"/>
              </a:rPr>
              <a:t>g </a:t>
            </a:r>
            <a:r>
              <a:rPr sz="2200" spc="-35" dirty="0">
                <a:solidFill>
                  <a:srgbClr val="FFFFFF"/>
                </a:solidFill>
                <a:latin typeface="Lucida Sans Unicode"/>
                <a:cs typeface="Lucida Sans Unicode"/>
              </a:rPr>
              <a:t>m</a:t>
            </a:r>
            <a:r>
              <a:rPr sz="22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ar</a:t>
            </a:r>
            <a:r>
              <a:rPr sz="2200" spc="-185" dirty="0">
                <a:solidFill>
                  <a:srgbClr val="FFFFFF"/>
                </a:solidFill>
                <a:latin typeface="Lucida Sans Unicode"/>
                <a:cs typeface="Lucida Sans Unicode"/>
              </a:rPr>
              <a:t>k</a:t>
            </a:r>
            <a:r>
              <a:rPr sz="220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220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t  </a:t>
            </a:r>
            <a:r>
              <a:rPr sz="2200" dirty="0">
                <a:solidFill>
                  <a:srgbClr val="FFFFFF"/>
                </a:solidFill>
                <a:latin typeface="Lucida Sans Unicode"/>
                <a:cs typeface="Lucida Sans Unicode"/>
              </a:rPr>
              <a:t>dynamics.</a:t>
            </a:r>
            <a:endParaRPr sz="2200">
              <a:latin typeface="Lucida Sans Unicode"/>
              <a:cs typeface="Lucida Sans Unicode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326106" y="5666439"/>
            <a:ext cx="6865620" cy="27590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247650">
              <a:lnSpc>
                <a:spcPct val="116500"/>
              </a:lnSpc>
              <a:spcBef>
                <a:spcPts val="95"/>
              </a:spcBef>
            </a:pPr>
            <a:r>
              <a:rPr sz="2200" spc="215" dirty="0">
                <a:solidFill>
                  <a:srgbClr val="FFFFFF"/>
                </a:solidFill>
                <a:latin typeface="Lucida Sans Unicode"/>
                <a:cs typeface="Lucida Sans Unicode"/>
              </a:rPr>
              <a:t>P</a:t>
            </a:r>
            <a:r>
              <a:rPr sz="22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ara</a:t>
            </a:r>
            <a:r>
              <a:rPr sz="2200" spc="-35" dirty="0">
                <a:solidFill>
                  <a:srgbClr val="FFFFFF"/>
                </a:solidFill>
                <a:latin typeface="Lucida Sans Unicode"/>
                <a:cs typeface="Lucida Sans Unicode"/>
              </a:rPr>
              <a:t>m</a:t>
            </a:r>
            <a:r>
              <a:rPr sz="220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2200" spc="75" dirty="0">
                <a:solidFill>
                  <a:srgbClr val="FFFFFF"/>
                </a:solidFill>
                <a:latin typeface="Lucida Sans Unicode"/>
                <a:cs typeface="Lucida Sans Unicode"/>
              </a:rPr>
              <a:t>t</a:t>
            </a:r>
            <a:r>
              <a:rPr sz="220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2200" spc="15" dirty="0">
                <a:solidFill>
                  <a:srgbClr val="FFFFFF"/>
                </a:solidFill>
                <a:latin typeface="Lucida Sans Unicode"/>
                <a:cs typeface="Lucida Sans Unicode"/>
              </a:rPr>
              <a:t>r</a:t>
            </a:r>
            <a:r>
              <a:rPr sz="2200" spc="-1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200" spc="15" dirty="0">
                <a:solidFill>
                  <a:srgbClr val="FFFFFF"/>
                </a:solidFill>
                <a:latin typeface="Lucida Sans Unicode"/>
                <a:cs typeface="Lucida Sans Unicode"/>
              </a:rPr>
              <a:t>O</a:t>
            </a:r>
            <a:r>
              <a:rPr sz="2200" spc="30" dirty="0">
                <a:solidFill>
                  <a:srgbClr val="FFFFFF"/>
                </a:solidFill>
                <a:latin typeface="Lucida Sans Unicode"/>
                <a:cs typeface="Lucida Sans Unicode"/>
              </a:rPr>
              <a:t>p</a:t>
            </a:r>
            <a:r>
              <a:rPr sz="2200" spc="75" dirty="0">
                <a:solidFill>
                  <a:srgbClr val="FFFFFF"/>
                </a:solidFill>
                <a:latin typeface="Lucida Sans Unicode"/>
                <a:cs typeface="Lucida Sans Unicode"/>
              </a:rPr>
              <a:t>t</a:t>
            </a:r>
            <a:r>
              <a:rPr sz="2200" spc="-55" dirty="0">
                <a:solidFill>
                  <a:srgbClr val="FFFFFF"/>
                </a:solidFill>
                <a:latin typeface="Lucida Sans Unicode"/>
                <a:cs typeface="Lucida Sans Unicode"/>
              </a:rPr>
              <a:t>i</a:t>
            </a:r>
            <a:r>
              <a:rPr sz="2200" spc="-35" dirty="0">
                <a:solidFill>
                  <a:srgbClr val="FFFFFF"/>
                </a:solidFill>
                <a:latin typeface="Lucida Sans Unicode"/>
                <a:cs typeface="Lucida Sans Unicode"/>
              </a:rPr>
              <a:t>m</a:t>
            </a:r>
            <a:r>
              <a:rPr sz="2200" spc="-55" dirty="0">
                <a:solidFill>
                  <a:srgbClr val="FFFFFF"/>
                </a:solidFill>
                <a:latin typeface="Lucida Sans Unicode"/>
                <a:cs typeface="Lucida Sans Unicode"/>
              </a:rPr>
              <a:t>i</a:t>
            </a:r>
            <a:r>
              <a:rPr sz="2200" spc="-229" dirty="0">
                <a:solidFill>
                  <a:srgbClr val="FFFFFF"/>
                </a:solidFill>
                <a:latin typeface="Lucida Sans Unicode"/>
                <a:cs typeface="Lucida Sans Unicode"/>
              </a:rPr>
              <a:t>z</a:t>
            </a:r>
            <a:r>
              <a:rPr sz="22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a</a:t>
            </a:r>
            <a:r>
              <a:rPr sz="2200" spc="75" dirty="0">
                <a:solidFill>
                  <a:srgbClr val="FFFFFF"/>
                </a:solidFill>
                <a:latin typeface="Lucida Sans Unicode"/>
                <a:cs typeface="Lucida Sans Unicode"/>
              </a:rPr>
              <a:t>t</a:t>
            </a:r>
            <a:r>
              <a:rPr sz="2200" spc="-55" dirty="0">
                <a:solidFill>
                  <a:srgbClr val="FFFFFF"/>
                </a:solidFill>
                <a:latin typeface="Lucida Sans Unicode"/>
                <a:cs typeface="Lucida Sans Unicode"/>
              </a:rPr>
              <a:t>i</a:t>
            </a:r>
            <a:r>
              <a:rPr sz="2200" spc="5" dirty="0">
                <a:solidFill>
                  <a:srgbClr val="FFFFFF"/>
                </a:solidFill>
                <a:latin typeface="Lucida Sans Unicode"/>
                <a:cs typeface="Lucida Sans Unicode"/>
              </a:rPr>
              <a:t>o</a:t>
            </a:r>
            <a:r>
              <a:rPr sz="22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n</a:t>
            </a:r>
            <a:r>
              <a:rPr sz="2200" spc="-114" dirty="0">
                <a:solidFill>
                  <a:srgbClr val="FFFFFF"/>
                </a:solidFill>
                <a:latin typeface="Lucida Sans Unicode"/>
                <a:cs typeface="Lucida Sans Unicode"/>
              </a:rPr>
              <a:t>:</a:t>
            </a:r>
            <a:r>
              <a:rPr sz="2200" spc="-1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200" spc="65" dirty="0">
                <a:solidFill>
                  <a:srgbClr val="FFFFFF"/>
                </a:solidFill>
                <a:latin typeface="Lucida Sans Unicode"/>
                <a:cs typeface="Lucida Sans Unicode"/>
              </a:rPr>
              <a:t>F</a:t>
            </a:r>
            <a:r>
              <a:rPr sz="2200" spc="5" dirty="0">
                <a:solidFill>
                  <a:srgbClr val="FFFFFF"/>
                </a:solidFill>
                <a:latin typeface="Lucida Sans Unicode"/>
                <a:cs typeface="Lucida Sans Unicode"/>
              </a:rPr>
              <a:t>o</a:t>
            </a:r>
            <a:r>
              <a:rPr sz="22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c</a:t>
            </a:r>
            <a:r>
              <a:rPr sz="220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u</a:t>
            </a:r>
            <a:r>
              <a:rPr sz="220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s</a:t>
            </a:r>
            <a:r>
              <a:rPr sz="2200" spc="-1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200" spc="5" dirty="0">
                <a:solidFill>
                  <a:srgbClr val="FFFFFF"/>
                </a:solidFill>
                <a:latin typeface="Lucida Sans Unicode"/>
                <a:cs typeface="Lucida Sans Unicode"/>
              </a:rPr>
              <a:t>o</a:t>
            </a:r>
            <a:r>
              <a:rPr sz="2200" dirty="0">
                <a:solidFill>
                  <a:srgbClr val="FFFFFF"/>
                </a:solidFill>
                <a:latin typeface="Lucida Sans Unicode"/>
                <a:cs typeface="Lucida Sans Unicode"/>
              </a:rPr>
              <a:t>n</a:t>
            </a:r>
            <a:r>
              <a:rPr sz="2200" spc="-1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200" spc="5" dirty="0">
                <a:solidFill>
                  <a:srgbClr val="FFFFFF"/>
                </a:solidFill>
                <a:latin typeface="Lucida Sans Unicode"/>
                <a:cs typeface="Lucida Sans Unicode"/>
              </a:rPr>
              <a:t>o</a:t>
            </a:r>
            <a:r>
              <a:rPr sz="2200" spc="30" dirty="0">
                <a:solidFill>
                  <a:srgbClr val="FFFFFF"/>
                </a:solidFill>
                <a:latin typeface="Lucida Sans Unicode"/>
                <a:cs typeface="Lucida Sans Unicode"/>
              </a:rPr>
              <a:t>p</a:t>
            </a:r>
            <a:r>
              <a:rPr sz="2200" spc="75" dirty="0">
                <a:solidFill>
                  <a:srgbClr val="FFFFFF"/>
                </a:solidFill>
                <a:latin typeface="Lucida Sans Unicode"/>
                <a:cs typeface="Lucida Sans Unicode"/>
              </a:rPr>
              <a:t>t</a:t>
            </a:r>
            <a:r>
              <a:rPr sz="2200" spc="-55" dirty="0">
                <a:solidFill>
                  <a:srgbClr val="FFFFFF"/>
                </a:solidFill>
                <a:latin typeface="Lucida Sans Unicode"/>
                <a:cs typeface="Lucida Sans Unicode"/>
              </a:rPr>
              <a:t>i</a:t>
            </a:r>
            <a:r>
              <a:rPr sz="2200" spc="-35" dirty="0">
                <a:solidFill>
                  <a:srgbClr val="FFFFFF"/>
                </a:solidFill>
                <a:latin typeface="Lucida Sans Unicode"/>
                <a:cs typeface="Lucida Sans Unicode"/>
              </a:rPr>
              <a:t>m</a:t>
            </a:r>
            <a:r>
              <a:rPr sz="2200" spc="-55" dirty="0">
                <a:solidFill>
                  <a:srgbClr val="FFFFFF"/>
                </a:solidFill>
                <a:latin typeface="Lucida Sans Unicode"/>
                <a:cs typeface="Lucida Sans Unicode"/>
              </a:rPr>
              <a:t>i</a:t>
            </a:r>
            <a:r>
              <a:rPr sz="2200" spc="-229" dirty="0">
                <a:solidFill>
                  <a:srgbClr val="FFFFFF"/>
                </a:solidFill>
                <a:latin typeface="Lucida Sans Unicode"/>
                <a:cs typeface="Lucida Sans Unicode"/>
              </a:rPr>
              <a:t>z</a:t>
            </a:r>
            <a:r>
              <a:rPr sz="2200" spc="-55" dirty="0">
                <a:solidFill>
                  <a:srgbClr val="FFFFFF"/>
                </a:solidFill>
                <a:latin typeface="Lucida Sans Unicode"/>
                <a:cs typeface="Lucida Sans Unicode"/>
              </a:rPr>
              <a:t>i</a:t>
            </a:r>
            <a:r>
              <a:rPr sz="22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n</a:t>
            </a:r>
            <a:r>
              <a:rPr sz="2200" spc="-155" dirty="0">
                <a:solidFill>
                  <a:srgbClr val="FFFFFF"/>
                </a:solidFill>
                <a:latin typeface="Lucida Sans Unicode"/>
                <a:cs typeface="Lucida Sans Unicode"/>
              </a:rPr>
              <a:t>g </a:t>
            </a:r>
            <a:r>
              <a:rPr sz="2200" spc="75" dirty="0">
                <a:solidFill>
                  <a:srgbClr val="FFFFFF"/>
                </a:solidFill>
                <a:latin typeface="Lucida Sans Unicode"/>
                <a:cs typeface="Lucida Sans Unicode"/>
              </a:rPr>
              <a:t>t</a:t>
            </a:r>
            <a:r>
              <a:rPr sz="22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h</a:t>
            </a:r>
            <a:r>
              <a:rPr sz="2200" spc="30" dirty="0">
                <a:solidFill>
                  <a:srgbClr val="FFFFFF"/>
                </a:solidFill>
                <a:latin typeface="Lucida Sans Unicode"/>
                <a:cs typeface="Lucida Sans Unicode"/>
              </a:rPr>
              <a:t>e  </a:t>
            </a:r>
            <a:r>
              <a:rPr sz="2200" spc="-30" dirty="0">
                <a:solidFill>
                  <a:srgbClr val="FFFFFF"/>
                </a:solidFill>
                <a:latin typeface="Lucida Sans Unicode"/>
                <a:cs typeface="Lucida Sans Unicode"/>
              </a:rPr>
              <a:t>s</a:t>
            </a:r>
            <a:r>
              <a:rPr sz="220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2200" spc="5" dirty="0">
                <a:solidFill>
                  <a:srgbClr val="FFFFFF"/>
                </a:solidFill>
                <a:latin typeface="Lucida Sans Unicode"/>
                <a:cs typeface="Lucida Sans Unicode"/>
              </a:rPr>
              <a:t>l</a:t>
            </a:r>
            <a:r>
              <a:rPr sz="220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22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c</a:t>
            </a:r>
            <a:r>
              <a:rPr sz="2200" spc="75" dirty="0">
                <a:solidFill>
                  <a:srgbClr val="FFFFFF"/>
                </a:solidFill>
                <a:latin typeface="Lucida Sans Unicode"/>
                <a:cs typeface="Lucida Sans Unicode"/>
              </a:rPr>
              <a:t>t</a:t>
            </a:r>
            <a:r>
              <a:rPr sz="2200" spc="-55" dirty="0">
                <a:solidFill>
                  <a:srgbClr val="FFFFFF"/>
                </a:solidFill>
                <a:latin typeface="Lucida Sans Unicode"/>
                <a:cs typeface="Lucida Sans Unicode"/>
              </a:rPr>
              <a:t>i</a:t>
            </a:r>
            <a:r>
              <a:rPr sz="2200" spc="5" dirty="0">
                <a:solidFill>
                  <a:srgbClr val="FFFFFF"/>
                </a:solidFill>
                <a:latin typeface="Lucida Sans Unicode"/>
                <a:cs typeface="Lucida Sans Unicode"/>
              </a:rPr>
              <a:t>o</a:t>
            </a:r>
            <a:r>
              <a:rPr sz="2200" dirty="0">
                <a:solidFill>
                  <a:srgbClr val="FFFFFF"/>
                </a:solidFill>
                <a:latin typeface="Lucida Sans Unicode"/>
                <a:cs typeface="Lucida Sans Unicode"/>
              </a:rPr>
              <a:t>n</a:t>
            </a:r>
            <a:r>
              <a:rPr sz="2200" spc="-1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2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a</a:t>
            </a:r>
            <a:r>
              <a:rPr sz="22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n</a:t>
            </a:r>
            <a:r>
              <a:rPr sz="220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d</a:t>
            </a:r>
            <a:r>
              <a:rPr sz="2200" spc="-1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20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u</a:t>
            </a:r>
            <a:r>
              <a:rPr sz="2200" spc="75" dirty="0">
                <a:solidFill>
                  <a:srgbClr val="FFFFFF"/>
                </a:solidFill>
                <a:latin typeface="Lucida Sans Unicode"/>
                <a:cs typeface="Lucida Sans Unicode"/>
              </a:rPr>
              <a:t>t</a:t>
            </a:r>
            <a:r>
              <a:rPr sz="2200" spc="-55" dirty="0">
                <a:solidFill>
                  <a:srgbClr val="FFFFFF"/>
                </a:solidFill>
                <a:latin typeface="Lucida Sans Unicode"/>
                <a:cs typeface="Lucida Sans Unicode"/>
              </a:rPr>
              <a:t>i</a:t>
            </a:r>
            <a:r>
              <a:rPr sz="2200" spc="5" dirty="0">
                <a:solidFill>
                  <a:srgbClr val="FFFFFF"/>
                </a:solidFill>
                <a:latin typeface="Lucida Sans Unicode"/>
                <a:cs typeface="Lucida Sans Unicode"/>
              </a:rPr>
              <a:t>l</a:t>
            </a:r>
            <a:r>
              <a:rPr sz="2200" spc="-55" dirty="0">
                <a:solidFill>
                  <a:srgbClr val="FFFFFF"/>
                </a:solidFill>
                <a:latin typeface="Lucida Sans Unicode"/>
                <a:cs typeface="Lucida Sans Unicode"/>
              </a:rPr>
              <a:t>i</a:t>
            </a:r>
            <a:r>
              <a:rPr sz="2200" spc="-229" dirty="0">
                <a:solidFill>
                  <a:srgbClr val="FFFFFF"/>
                </a:solidFill>
                <a:latin typeface="Lucida Sans Unicode"/>
                <a:cs typeface="Lucida Sans Unicode"/>
              </a:rPr>
              <a:t>z</a:t>
            </a:r>
            <a:r>
              <a:rPr sz="22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a</a:t>
            </a:r>
            <a:r>
              <a:rPr sz="2200" spc="75" dirty="0">
                <a:solidFill>
                  <a:srgbClr val="FFFFFF"/>
                </a:solidFill>
                <a:latin typeface="Lucida Sans Unicode"/>
                <a:cs typeface="Lucida Sans Unicode"/>
              </a:rPr>
              <a:t>t</a:t>
            </a:r>
            <a:r>
              <a:rPr sz="2200" spc="-55" dirty="0">
                <a:solidFill>
                  <a:srgbClr val="FFFFFF"/>
                </a:solidFill>
                <a:latin typeface="Lucida Sans Unicode"/>
                <a:cs typeface="Lucida Sans Unicode"/>
              </a:rPr>
              <a:t>i</a:t>
            </a:r>
            <a:r>
              <a:rPr sz="2200" spc="5" dirty="0">
                <a:solidFill>
                  <a:srgbClr val="FFFFFF"/>
                </a:solidFill>
                <a:latin typeface="Lucida Sans Unicode"/>
                <a:cs typeface="Lucida Sans Unicode"/>
              </a:rPr>
              <a:t>o</a:t>
            </a:r>
            <a:r>
              <a:rPr sz="2200" dirty="0">
                <a:solidFill>
                  <a:srgbClr val="FFFFFF"/>
                </a:solidFill>
                <a:latin typeface="Lucida Sans Unicode"/>
                <a:cs typeface="Lucida Sans Unicode"/>
              </a:rPr>
              <a:t>n</a:t>
            </a:r>
            <a:r>
              <a:rPr sz="2200" spc="-1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200" spc="5" dirty="0">
                <a:solidFill>
                  <a:srgbClr val="FFFFFF"/>
                </a:solidFill>
                <a:latin typeface="Lucida Sans Unicode"/>
                <a:cs typeface="Lucida Sans Unicode"/>
              </a:rPr>
              <a:t>o</a:t>
            </a:r>
            <a:r>
              <a:rPr sz="220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f</a:t>
            </a:r>
            <a:r>
              <a:rPr sz="2200" spc="-1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200" spc="30" dirty="0">
                <a:solidFill>
                  <a:srgbClr val="FFFFFF"/>
                </a:solidFill>
                <a:latin typeface="Lucida Sans Unicode"/>
                <a:cs typeface="Lucida Sans Unicode"/>
              </a:rPr>
              <a:t>f</a:t>
            </a:r>
            <a:r>
              <a:rPr sz="2200" spc="-55" dirty="0">
                <a:solidFill>
                  <a:srgbClr val="FFFFFF"/>
                </a:solidFill>
                <a:latin typeface="Lucida Sans Unicode"/>
                <a:cs typeface="Lucida Sans Unicode"/>
              </a:rPr>
              <a:t>i</a:t>
            </a:r>
            <a:r>
              <a:rPr sz="22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n</a:t>
            </a:r>
            <a:r>
              <a:rPr sz="22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a</a:t>
            </a:r>
            <a:r>
              <a:rPr sz="22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n</a:t>
            </a:r>
            <a:r>
              <a:rPr sz="22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c</a:t>
            </a:r>
            <a:r>
              <a:rPr sz="2200" spc="-55" dirty="0">
                <a:solidFill>
                  <a:srgbClr val="FFFFFF"/>
                </a:solidFill>
                <a:latin typeface="Lucida Sans Unicode"/>
                <a:cs typeface="Lucida Sans Unicode"/>
              </a:rPr>
              <a:t>i</a:t>
            </a:r>
            <a:r>
              <a:rPr sz="22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al</a:t>
            </a:r>
            <a:endParaRPr sz="22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2200" spc="5" dirty="0">
                <a:solidFill>
                  <a:srgbClr val="FFFFFF"/>
                </a:solidFill>
                <a:latin typeface="Lucida Sans Unicode"/>
                <a:cs typeface="Lucida Sans Unicode"/>
              </a:rPr>
              <a:t>ratios</a:t>
            </a:r>
            <a:r>
              <a:rPr sz="2200" spc="-16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200" spc="15" dirty="0">
                <a:solidFill>
                  <a:srgbClr val="FFFFFF"/>
                </a:solidFill>
                <a:latin typeface="Lucida Sans Unicode"/>
                <a:cs typeface="Lucida Sans Unicode"/>
              </a:rPr>
              <a:t>and</a:t>
            </a:r>
            <a:r>
              <a:rPr sz="2200" spc="-1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2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indicators</a:t>
            </a:r>
            <a:r>
              <a:rPr sz="2200" spc="-16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2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for</a:t>
            </a:r>
            <a:r>
              <a:rPr sz="2200" spc="-1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2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dynamic</a:t>
            </a:r>
            <a:r>
              <a:rPr sz="2200" spc="-1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stock</a:t>
            </a:r>
            <a:r>
              <a:rPr sz="2200" spc="-16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200" spc="5" dirty="0">
                <a:solidFill>
                  <a:srgbClr val="FFFFFF"/>
                </a:solidFill>
                <a:latin typeface="Lucida Sans Unicode"/>
                <a:cs typeface="Lucida Sans Unicode"/>
              </a:rPr>
              <a:t>evaluation.</a:t>
            </a:r>
            <a:endParaRPr sz="22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2200" spc="-110" dirty="0">
                <a:solidFill>
                  <a:srgbClr val="FFFFFF"/>
                </a:solidFill>
                <a:latin typeface="Lucida Sans Unicode"/>
                <a:cs typeface="Lucida Sans Unicode"/>
              </a:rPr>
              <a:t>T</a:t>
            </a:r>
            <a:r>
              <a:rPr sz="22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h</a:t>
            </a:r>
            <a:r>
              <a:rPr sz="2200" spc="-55" dirty="0">
                <a:solidFill>
                  <a:srgbClr val="FFFFFF"/>
                </a:solidFill>
                <a:latin typeface="Lucida Sans Unicode"/>
                <a:cs typeface="Lucida Sans Unicode"/>
              </a:rPr>
              <a:t>i</a:t>
            </a:r>
            <a:r>
              <a:rPr sz="220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s</a:t>
            </a:r>
            <a:r>
              <a:rPr sz="2200" spc="-1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200" spc="5" dirty="0">
                <a:solidFill>
                  <a:srgbClr val="FFFFFF"/>
                </a:solidFill>
                <a:latin typeface="Lucida Sans Unicode"/>
                <a:cs typeface="Lucida Sans Unicode"/>
              </a:rPr>
              <a:t>o</a:t>
            </a:r>
            <a:r>
              <a:rPr sz="2200" spc="30" dirty="0">
                <a:solidFill>
                  <a:srgbClr val="FFFFFF"/>
                </a:solidFill>
                <a:latin typeface="Lucida Sans Unicode"/>
                <a:cs typeface="Lucida Sans Unicode"/>
              </a:rPr>
              <a:t>b</a:t>
            </a:r>
            <a:r>
              <a:rPr sz="2200" spc="-85" dirty="0">
                <a:solidFill>
                  <a:srgbClr val="FFFFFF"/>
                </a:solidFill>
                <a:latin typeface="Lucida Sans Unicode"/>
                <a:cs typeface="Lucida Sans Unicode"/>
              </a:rPr>
              <a:t>j</a:t>
            </a:r>
            <a:r>
              <a:rPr sz="220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22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c</a:t>
            </a:r>
            <a:r>
              <a:rPr sz="2200" spc="75" dirty="0">
                <a:solidFill>
                  <a:srgbClr val="FFFFFF"/>
                </a:solidFill>
                <a:latin typeface="Lucida Sans Unicode"/>
                <a:cs typeface="Lucida Sans Unicode"/>
              </a:rPr>
              <a:t>t</a:t>
            </a:r>
            <a:r>
              <a:rPr sz="2200" spc="-55" dirty="0">
                <a:solidFill>
                  <a:srgbClr val="FFFFFF"/>
                </a:solidFill>
                <a:latin typeface="Lucida Sans Unicode"/>
                <a:cs typeface="Lucida Sans Unicode"/>
              </a:rPr>
              <a:t>i</a:t>
            </a:r>
            <a:r>
              <a:rPr sz="2200" spc="114" dirty="0">
                <a:solidFill>
                  <a:srgbClr val="FFFFFF"/>
                </a:solidFill>
                <a:latin typeface="Lucida Sans Unicode"/>
                <a:cs typeface="Lucida Sans Unicode"/>
              </a:rPr>
              <a:t>v</a:t>
            </a:r>
            <a:r>
              <a:rPr sz="220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2200" spc="-1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2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a</a:t>
            </a:r>
            <a:r>
              <a:rPr sz="2200" spc="-55" dirty="0">
                <a:solidFill>
                  <a:srgbClr val="FFFFFF"/>
                </a:solidFill>
                <a:latin typeface="Lucida Sans Unicode"/>
                <a:cs typeface="Lucida Sans Unicode"/>
              </a:rPr>
              <a:t>i</a:t>
            </a:r>
            <a:r>
              <a:rPr sz="2200" spc="-35" dirty="0">
                <a:solidFill>
                  <a:srgbClr val="FFFFFF"/>
                </a:solidFill>
                <a:latin typeface="Lucida Sans Unicode"/>
                <a:cs typeface="Lucida Sans Unicode"/>
              </a:rPr>
              <a:t>m</a:t>
            </a:r>
            <a:r>
              <a:rPr sz="220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s</a:t>
            </a:r>
            <a:r>
              <a:rPr sz="2200" spc="-1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200" spc="75" dirty="0">
                <a:solidFill>
                  <a:srgbClr val="FFFFFF"/>
                </a:solidFill>
                <a:latin typeface="Lucida Sans Unicode"/>
                <a:cs typeface="Lucida Sans Unicode"/>
              </a:rPr>
              <a:t>t</a:t>
            </a:r>
            <a:r>
              <a:rPr sz="22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o</a:t>
            </a:r>
            <a:r>
              <a:rPr sz="2200" spc="-1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20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22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nh</a:t>
            </a:r>
            <a:r>
              <a:rPr sz="22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a</a:t>
            </a:r>
            <a:r>
              <a:rPr sz="22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n</a:t>
            </a:r>
            <a:r>
              <a:rPr sz="22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c</a:t>
            </a:r>
            <a:r>
              <a:rPr sz="220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2200" spc="-1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200" spc="75" dirty="0">
                <a:solidFill>
                  <a:srgbClr val="FFFFFF"/>
                </a:solidFill>
                <a:latin typeface="Lucida Sans Unicode"/>
                <a:cs typeface="Lucida Sans Unicode"/>
              </a:rPr>
              <a:t>t</a:t>
            </a:r>
            <a:r>
              <a:rPr sz="22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h</a:t>
            </a:r>
            <a:r>
              <a:rPr sz="220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endParaRPr sz="2200">
              <a:latin typeface="Lucida Sans Unicode"/>
              <a:cs typeface="Lucida Sans Unicode"/>
            </a:endParaRPr>
          </a:p>
          <a:p>
            <a:pPr marL="12700" marR="139700">
              <a:lnSpc>
                <a:spcPct val="116500"/>
              </a:lnSpc>
            </a:pPr>
            <a:r>
              <a:rPr sz="220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2200" spc="30" dirty="0">
                <a:solidFill>
                  <a:srgbClr val="FFFFFF"/>
                </a:solidFill>
                <a:latin typeface="Lucida Sans Unicode"/>
                <a:cs typeface="Lucida Sans Unicode"/>
              </a:rPr>
              <a:t>ff</a:t>
            </a:r>
            <a:r>
              <a:rPr sz="220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22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c</a:t>
            </a:r>
            <a:r>
              <a:rPr sz="2200" spc="75" dirty="0">
                <a:solidFill>
                  <a:srgbClr val="FFFFFF"/>
                </a:solidFill>
                <a:latin typeface="Lucida Sans Unicode"/>
                <a:cs typeface="Lucida Sans Unicode"/>
              </a:rPr>
              <a:t>t</a:t>
            </a:r>
            <a:r>
              <a:rPr sz="2200" spc="-55" dirty="0">
                <a:solidFill>
                  <a:srgbClr val="FFFFFF"/>
                </a:solidFill>
                <a:latin typeface="Lucida Sans Unicode"/>
                <a:cs typeface="Lucida Sans Unicode"/>
              </a:rPr>
              <a:t>i</a:t>
            </a:r>
            <a:r>
              <a:rPr sz="2200" spc="114" dirty="0">
                <a:solidFill>
                  <a:srgbClr val="FFFFFF"/>
                </a:solidFill>
                <a:latin typeface="Lucida Sans Unicode"/>
                <a:cs typeface="Lucida Sans Unicode"/>
              </a:rPr>
              <a:t>v</a:t>
            </a:r>
            <a:r>
              <a:rPr sz="220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22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n</a:t>
            </a:r>
            <a:r>
              <a:rPr sz="220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2200" spc="-30" dirty="0">
                <a:solidFill>
                  <a:srgbClr val="FFFFFF"/>
                </a:solidFill>
                <a:latin typeface="Lucida Sans Unicode"/>
                <a:cs typeface="Lucida Sans Unicode"/>
              </a:rPr>
              <a:t>s</a:t>
            </a:r>
            <a:r>
              <a:rPr sz="220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s</a:t>
            </a:r>
            <a:r>
              <a:rPr sz="2200" spc="-1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200" spc="5" dirty="0">
                <a:solidFill>
                  <a:srgbClr val="FFFFFF"/>
                </a:solidFill>
                <a:latin typeface="Lucida Sans Unicode"/>
                <a:cs typeface="Lucida Sans Unicode"/>
              </a:rPr>
              <a:t>o</a:t>
            </a:r>
            <a:r>
              <a:rPr sz="220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f</a:t>
            </a:r>
            <a:r>
              <a:rPr sz="2200" spc="-1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200" spc="75" dirty="0">
                <a:solidFill>
                  <a:srgbClr val="FFFFFF"/>
                </a:solidFill>
                <a:latin typeface="Lucida Sans Unicode"/>
                <a:cs typeface="Lucida Sans Unicode"/>
              </a:rPr>
              <a:t>t</a:t>
            </a:r>
            <a:r>
              <a:rPr sz="22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h</a:t>
            </a:r>
            <a:r>
              <a:rPr sz="220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2200" spc="-1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200" spc="30" dirty="0">
                <a:solidFill>
                  <a:srgbClr val="FFFFFF"/>
                </a:solidFill>
                <a:latin typeface="Lucida Sans Unicode"/>
                <a:cs typeface="Lucida Sans Unicode"/>
              </a:rPr>
              <a:t>p</a:t>
            </a:r>
            <a:r>
              <a:rPr sz="22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ara</a:t>
            </a:r>
            <a:r>
              <a:rPr sz="2200" spc="-35" dirty="0">
                <a:solidFill>
                  <a:srgbClr val="FFFFFF"/>
                </a:solidFill>
                <a:latin typeface="Lucida Sans Unicode"/>
                <a:cs typeface="Lucida Sans Unicode"/>
              </a:rPr>
              <a:t>m</a:t>
            </a:r>
            <a:r>
              <a:rPr sz="220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2200" spc="75" dirty="0">
                <a:solidFill>
                  <a:srgbClr val="FFFFFF"/>
                </a:solidFill>
                <a:latin typeface="Lucida Sans Unicode"/>
                <a:cs typeface="Lucida Sans Unicode"/>
              </a:rPr>
              <a:t>t</a:t>
            </a:r>
            <a:r>
              <a:rPr sz="220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22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r</a:t>
            </a:r>
            <a:r>
              <a:rPr sz="220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s</a:t>
            </a:r>
            <a:r>
              <a:rPr sz="2200" spc="-1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20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u</a:t>
            </a:r>
            <a:r>
              <a:rPr sz="2200" spc="-30" dirty="0">
                <a:solidFill>
                  <a:srgbClr val="FFFFFF"/>
                </a:solidFill>
                <a:latin typeface="Lucida Sans Unicode"/>
                <a:cs typeface="Lucida Sans Unicode"/>
              </a:rPr>
              <a:t>s</a:t>
            </a:r>
            <a:r>
              <a:rPr sz="220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ed</a:t>
            </a:r>
            <a:r>
              <a:rPr sz="2200" spc="-1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200" spc="-55" dirty="0">
                <a:solidFill>
                  <a:srgbClr val="FFFFFF"/>
                </a:solidFill>
                <a:latin typeface="Lucida Sans Unicode"/>
                <a:cs typeface="Lucida Sans Unicode"/>
              </a:rPr>
              <a:t>i</a:t>
            </a:r>
            <a:r>
              <a:rPr sz="2200" dirty="0">
                <a:solidFill>
                  <a:srgbClr val="FFFFFF"/>
                </a:solidFill>
                <a:latin typeface="Lucida Sans Unicode"/>
                <a:cs typeface="Lucida Sans Unicode"/>
              </a:rPr>
              <a:t>n</a:t>
            </a:r>
            <a:r>
              <a:rPr sz="2200" spc="-1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2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a</a:t>
            </a:r>
            <a:r>
              <a:rPr sz="2200" spc="-30" dirty="0">
                <a:solidFill>
                  <a:srgbClr val="FFFFFF"/>
                </a:solidFill>
                <a:latin typeface="Lucida Sans Unicode"/>
                <a:cs typeface="Lucida Sans Unicode"/>
              </a:rPr>
              <a:t>ss</a:t>
            </a:r>
            <a:r>
              <a:rPr sz="220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2200" spc="-30" dirty="0">
                <a:solidFill>
                  <a:srgbClr val="FFFFFF"/>
                </a:solidFill>
                <a:latin typeface="Lucida Sans Unicode"/>
                <a:cs typeface="Lucida Sans Unicode"/>
              </a:rPr>
              <a:t>ss</a:t>
            </a:r>
            <a:r>
              <a:rPr sz="2200" spc="-55" dirty="0">
                <a:solidFill>
                  <a:srgbClr val="FFFFFF"/>
                </a:solidFill>
                <a:latin typeface="Lucida Sans Unicode"/>
                <a:cs typeface="Lucida Sans Unicode"/>
              </a:rPr>
              <a:t>i</a:t>
            </a:r>
            <a:r>
              <a:rPr sz="22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n</a:t>
            </a:r>
            <a:r>
              <a:rPr sz="2200" spc="-105" dirty="0">
                <a:solidFill>
                  <a:srgbClr val="FFFFFF"/>
                </a:solidFill>
                <a:latin typeface="Lucida Sans Unicode"/>
                <a:cs typeface="Lucida Sans Unicode"/>
              </a:rPr>
              <a:t>g  </a:t>
            </a:r>
            <a:r>
              <a:rPr sz="220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the</a:t>
            </a:r>
            <a:r>
              <a:rPr sz="2200" spc="-1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2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health</a:t>
            </a:r>
            <a:r>
              <a:rPr sz="2200" spc="-1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200" spc="15" dirty="0">
                <a:solidFill>
                  <a:srgbClr val="FFFFFF"/>
                </a:solidFill>
                <a:latin typeface="Lucida Sans Unicode"/>
                <a:cs typeface="Lucida Sans Unicode"/>
              </a:rPr>
              <a:t>and</a:t>
            </a:r>
            <a:r>
              <a:rPr sz="2200" spc="-1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2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performance</a:t>
            </a:r>
            <a:r>
              <a:rPr sz="2200" spc="-1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2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of</a:t>
            </a:r>
            <a:r>
              <a:rPr sz="2200" spc="-1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200" spc="5" dirty="0">
                <a:solidFill>
                  <a:srgbClr val="FFFFFF"/>
                </a:solidFill>
                <a:latin typeface="Lucida Sans Unicode"/>
                <a:cs typeface="Lucida Sans Unicode"/>
              </a:rPr>
              <a:t>companies</a:t>
            </a:r>
            <a:endParaRPr sz="22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2200" dirty="0">
                <a:solidFill>
                  <a:srgbClr val="FFFFFF"/>
                </a:solidFill>
                <a:latin typeface="Lucida Sans Unicode"/>
                <a:cs typeface="Lucida Sans Unicode"/>
              </a:rPr>
              <a:t>within</a:t>
            </a:r>
            <a:r>
              <a:rPr sz="2200" spc="-16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200" spc="15" dirty="0">
                <a:solidFill>
                  <a:srgbClr val="FFFFFF"/>
                </a:solidFill>
                <a:latin typeface="Lucida Sans Unicode"/>
                <a:cs typeface="Lucida Sans Unicode"/>
              </a:rPr>
              <a:t>their</a:t>
            </a:r>
            <a:r>
              <a:rPr sz="2200" spc="-1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20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respective</a:t>
            </a:r>
            <a:r>
              <a:rPr sz="2200" spc="-16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200" spc="-15" dirty="0">
                <a:solidFill>
                  <a:srgbClr val="FFFFFF"/>
                </a:solidFill>
                <a:latin typeface="Lucida Sans Unicode"/>
                <a:cs typeface="Lucida Sans Unicode"/>
              </a:rPr>
              <a:t>industries.</a:t>
            </a:r>
            <a:endParaRPr sz="2200">
              <a:latin typeface="Lucida Sans Unicode"/>
              <a:cs typeface="Lucida Sans Unicode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9925764" y="5717047"/>
            <a:ext cx="6744970" cy="27590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303530">
              <a:lnSpc>
                <a:spcPct val="116500"/>
              </a:lnSpc>
              <a:spcBef>
                <a:spcPts val="95"/>
              </a:spcBef>
            </a:pPr>
            <a:r>
              <a:rPr sz="2200" spc="30" dirty="0">
                <a:solidFill>
                  <a:srgbClr val="FFFFFF"/>
                </a:solidFill>
                <a:latin typeface="Lucida Sans Unicode"/>
                <a:cs typeface="Lucida Sans Unicode"/>
              </a:rPr>
              <a:t>User </a:t>
            </a:r>
            <a:r>
              <a:rPr sz="2200" spc="5" dirty="0">
                <a:solidFill>
                  <a:srgbClr val="FFFFFF"/>
                </a:solidFill>
                <a:latin typeface="Lucida Sans Unicode"/>
                <a:cs typeface="Lucida Sans Unicode"/>
              </a:rPr>
              <a:t>Experience </a:t>
            </a:r>
            <a:r>
              <a:rPr sz="22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Enhancement: </a:t>
            </a:r>
            <a:r>
              <a:rPr sz="2200" spc="45" dirty="0">
                <a:solidFill>
                  <a:srgbClr val="FFFFFF"/>
                </a:solidFill>
                <a:latin typeface="Lucida Sans Unicode"/>
                <a:cs typeface="Lucida Sans Unicode"/>
              </a:rPr>
              <a:t>Evaluate </a:t>
            </a:r>
            <a:r>
              <a:rPr sz="2200" spc="15" dirty="0">
                <a:solidFill>
                  <a:srgbClr val="FFFFFF"/>
                </a:solidFill>
                <a:latin typeface="Lucida Sans Unicode"/>
                <a:cs typeface="Lucida Sans Unicode"/>
              </a:rPr>
              <a:t>and </a:t>
            </a:r>
            <a:r>
              <a:rPr sz="22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20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22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nh</a:t>
            </a:r>
            <a:r>
              <a:rPr sz="22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a</a:t>
            </a:r>
            <a:r>
              <a:rPr sz="22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n</a:t>
            </a:r>
            <a:r>
              <a:rPr sz="22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c</a:t>
            </a:r>
            <a:r>
              <a:rPr sz="220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2200" spc="-1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200" spc="75" dirty="0">
                <a:solidFill>
                  <a:srgbClr val="FFFFFF"/>
                </a:solidFill>
                <a:latin typeface="Lucida Sans Unicode"/>
                <a:cs typeface="Lucida Sans Unicode"/>
              </a:rPr>
              <a:t>t</a:t>
            </a:r>
            <a:r>
              <a:rPr sz="22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h</a:t>
            </a:r>
            <a:r>
              <a:rPr sz="220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2200" spc="-1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20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u</a:t>
            </a:r>
            <a:r>
              <a:rPr sz="2200" spc="-30" dirty="0">
                <a:solidFill>
                  <a:srgbClr val="FFFFFF"/>
                </a:solidFill>
                <a:latin typeface="Lucida Sans Unicode"/>
                <a:cs typeface="Lucida Sans Unicode"/>
              </a:rPr>
              <a:t>s</a:t>
            </a:r>
            <a:r>
              <a:rPr sz="220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22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r</a:t>
            </a:r>
            <a:r>
              <a:rPr sz="2200" spc="-445" dirty="0">
                <a:solidFill>
                  <a:srgbClr val="FFFFFF"/>
                </a:solidFill>
                <a:latin typeface="Lucida Sans Unicode"/>
                <a:cs typeface="Lucida Sans Unicode"/>
              </a:rPr>
              <a:t>-</a:t>
            </a:r>
            <a:r>
              <a:rPr sz="2200" spc="30" dirty="0">
                <a:solidFill>
                  <a:srgbClr val="FFFFFF"/>
                </a:solidFill>
                <a:latin typeface="Lucida Sans Unicode"/>
                <a:cs typeface="Lucida Sans Unicode"/>
              </a:rPr>
              <a:t>f</a:t>
            </a:r>
            <a:r>
              <a:rPr sz="22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r</a:t>
            </a:r>
            <a:r>
              <a:rPr sz="2200" spc="-55" dirty="0">
                <a:solidFill>
                  <a:srgbClr val="FFFFFF"/>
                </a:solidFill>
                <a:latin typeface="Lucida Sans Unicode"/>
                <a:cs typeface="Lucida Sans Unicode"/>
              </a:rPr>
              <a:t>i</a:t>
            </a:r>
            <a:r>
              <a:rPr sz="220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22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n</a:t>
            </a:r>
            <a:r>
              <a:rPr sz="2200" spc="30" dirty="0">
                <a:solidFill>
                  <a:srgbClr val="FFFFFF"/>
                </a:solidFill>
                <a:latin typeface="Lucida Sans Unicode"/>
                <a:cs typeface="Lucida Sans Unicode"/>
              </a:rPr>
              <a:t>d</a:t>
            </a:r>
            <a:r>
              <a:rPr sz="2200" spc="5" dirty="0">
                <a:solidFill>
                  <a:srgbClr val="FFFFFF"/>
                </a:solidFill>
                <a:latin typeface="Lucida Sans Unicode"/>
                <a:cs typeface="Lucida Sans Unicode"/>
              </a:rPr>
              <a:t>l</a:t>
            </a:r>
            <a:r>
              <a:rPr sz="2200" spc="105" dirty="0">
                <a:solidFill>
                  <a:srgbClr val="FFFFFF"/>
                </a:solidFill>
                <a:latin typeface="Lucida Sans Unicode"/>
                <a:cs typeface="Lucida Sans Unicode"/>
              </a:rPr>
              <a:t>y</a:t>
            </a:r>
            <a:r>
              <a:rPr sz="2200" spc="-1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200" spc="-55" dirty="0">
                <a:solidFill>
                  <a:srgbClr val="FFFFFF"/>
                </a:solidFill>
                <a:latin typeface="Lucida Sans Unicode"/>
                <a:cs typeface="Lucida Sans Unicode"/>
              </a:rPr>
              <a:t>i</a:t>
            </a:r>
            <a:r>
              <a:rPr sz="22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n</a:t>
            </a:r>
            <a:r>
              <a:rPr sz="2200" spc="75" dirty="0">
                <a:solidFill>
                  <a:srgbClr val="FFFFFF"/>
                </a:solidFill>
                <a:latin typeface="Lucida Sans Unicode"/>
                <a:cs typeface="Lucida Sans Unicode"/>
              </a:rPr>
              <a:t>t</a:t>
            </a:r>
            <a:r>
              <a:rPr sz="220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22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r</a:t>
            </a:r>
            <a:r>
              <a:rPr sz="2200" spc="30" dirty="0">
                <a:solidFill>
                  <a:srgbClr val="FFFFFF"/>
                </a:solidFill>
                <a:latin typeface="Lucida Sans Unicode"/>
                <a:cs typeface="Lucida Sans Unicode"/>
              </a:rPr>
              <a:t>f</a:t>
            </a:r>
            <a:r>
              <a:rPr sz="22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a</a:t>
            </a:r>
            <a:r>
              <a:rPr sz="22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c</a:t>
            </a:r>
            <a:r>
              <a:rPr sz="220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2200" spc="-1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200" spc="5" dirty="0">
                <a:solidFill>
                  <a:srgbClr val="FFFFFF"/>
                </a:solidFill>
                <a:latin typeface="Lucida Sans Unicode"/>
                <a:cs typeface="Lucida Sans Unicode"/>
              </a:rPr>
              <a:t>o</a:t>
            </a:r>
            <a:r>
              <a:rPr sz="220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f</a:t>
            </a:r>
            <a:r>
              <a:rPr sz="2200" spc="-1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200" spc="75" dirty="0">
                <a:solidFill>
                  <a:srgbClr val="FFFFFF"/>
                </a:solidFill>
                <a:latin typeface="Lucida Sans Unicode"/>
                <a:cs typeface="Lucida Sans Unicode"/>
              </a:rPr>
              <a:t>t</a:t>
            </a:r>
            <a:r>
              <a:rPr sz="22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h</a:t>
            </a:r>
            <a:r>
              <a:rPr sz="2200" spc="30" dirty="0">
                <a:solidFill>
                  <a:srgbClr val="FFFFFF"/>
                </a:solidFill>
                <a:latin typeface="Lucida Sans Unicode"/>
                <a:cs typeface="Lucida Sans Unicode"/>
              </a:rPr>
              <a:t>e  w</a:t>
            </a:r>
            <a:r>
              <a:rPr sz="220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2200" spc="30" dirty="0">
                <a:solidFill>
                  <a:srgbClr val="FFFFFF"/>
                </a:solidFill>
                <a:latin typeface="Lucida Sans Unicode"/>
                <a:cs typeface="Lucida Sans Unicode"/>
              </a:rPr>
              <a:t>b</a:t>
            </a:r>
            <a:r>
              <a:rPr sz="2200" spc="-30" dirty="0">
                <a:solidFill>
                  <a:srgbClr val="FFFFFF"/>
                </a:solidFill>
                <a:latin typeface="Lucida Sans Unicode"/>
                <a:cs typeface="Lucida Sans Unicode"/>
              </a:rPr>
              <a:t>s</a:t>
            </a:r>
            <a:r>
              <a:rPr sz="2200" spc="-55" dirty="0">
                <a:solidFill>
                  <a:srgbClr val="FFFFFF"/>
                </a:solidFill>
                <a:latin typeface="Lucida Sans Unicode"/>
                <a:cs typeface="Lucida Sans Unicode"/>
              </a:rPr>
              <a:t>i</a:t>
            </a:r>
            <a:r>
              <a:rPr sz="2200" spc="75" dirty="0">
                <a:solidFill>
                  <a:srgbClr val="FFFFFF"/>
                </a:solidFill>
                <a:latin typeface="Lucida Sans Unicode"/>
                <a:cs typeface="Lucida Sans Unicode"/>
              </a:rPr>
              <a:t>t</a:t>
            </a:r>
            <a:r>
              <a:rPr sz="220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2200" spc="-114" dirty="0">
                <a:solidFill>
                  <a:srgbClr val="FFFFFF"/>
                </a:solidFill>
                <a:latin typeface="Lucida Sans Unicode"/>
                <a:cs typeface="Lucida Sans Unicode"/>
              </a:rPr>
              <a:t>,</a:t>
            </a:r>
            <a:r>
              <a:rPr sz="2200" spc="-1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200" spc="-35" dirty="0">
                <a:solidFill>
                  <a:srgbClr val="FFFFFF"/>
                </a:solidFill>
                <a:latin typeface="Lucida Sans Unicode"/>
                <a:cs typeface="Lucida Sans Unicode"/>
              </a:rPr>
              <a:t>m</a:t>
            </a:r>
            <a:r>
              <a:rPr sz="22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a</a:t>
            </a:r>
            <a:r>
              <a:rPr sz="2200" spc="-185" dirty="0">
                <a:solidFill>
                  <a:srgbClr val="FFFFFF"/>
                </a:solidFill>
                <a:latin typeface="Lucida Sans Unicode"/>
                <a:cs typeface="Lucida Sans Unicode"/>
              </a:rPr>
              <a:t>k</a:t>
            </a:r>
            <a:r>
              <a:rPr sz="2200" spc="-55" dirty="0">
                <a:solidFill>
                  <a:srgbClr val="FFFFFF"/>
                </a:solidFill>
                <a:latin typeface="Lucida Sans Unicode"/>
                <a:cs typeface="Lucida Sans Unicode"/>
              </a:rPr>
              <a:t>i</a:t>
            </a:r>
            <a:r>
              <a:rPr sz="22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n</a:t>
            </a:r>
            <a:r>
              <a:rPr sz="2200" spc="-155" dirty="0">
                <a:solidFill>
                  <a:srgbClr val="FFFFFF"/>
                </a:solidFill>
                <a:latin typeface="Lucida Sans Unicode"/>
                <a:cs typeface="Lucida Sans Unicode"/>
              </a:rPr>
              <a:t>g </a:t>
            </a:r>
            <a:r>
              <a:rPr sz="2200" spc="-55" dirty="0">
                <a:solidFill>
                  <a:srgbClr val="FFFFFF"/>
                </a:solidFill>
                <a:latin typeface="Lucida Sans Unicode"/>
                <a:cs typeface="Lucida Sans Unicode"/>
              </a:rPr>
              <a:t>i</a:t>
            </a:r>
            <a:r>
              <a:rPr sz="22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t</a:t>
            </a:r>
            <a:r>
              <a:rPr sz="2200" spc="-1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2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a</a:t>
            </a:r>
            <a:r>
              <a:rPr sz="22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cc</a:t>
            </a:r>
            <a:r>
              <a:rPr sz="220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2200" spc="-30" dirty="0">
                <a:solidFill>
                  <a:srgbClr val="FFFFFF"/>
                </a:solidFill>
                <a:latin typeface="Lucida Sans Unicode"/>
                <a:cs typeface="Lucida Sans Unicode"/>
              </a:rPr>
              <a:t>ss</a:t>
            </a:r>
            <a:r>
              <a:rPr sz="2200" spc="-55" dirty="0">
                <a:solidFill>
                  <a:srgbClr val="FFFFFF"/>
                </a:solidFill>
                <a:latin typeface="Lucida Sans Unicode"/>
                <a:cs typeface="Lucida Sans Unicode"/>
              </a:rPr>
              <a:t>i</a:t>
            </a:r>
            <a:r>
              <a:rPr sz="2200" spc="30" dirty="0">
                <a:solidFill>
                  <a:srgbClr val="FFFFFF"/>
                </a:solidFill>
                <a:latin typeface="Lucida Sans Unicode"/>
                <a:cs typeface="Lucida Sans Unicode"/>
              </a:rPr>
              <a:t>b</a:t>
            </a:r>
            <a:r>
              <a:rPr sz="2200" spc="5" dirty="0">
                <a:solidFill>
                  <a:srgbClr val="FFFFFF"/>
                </a:solidFill>
                <a:latin typeface="Lucida Sans Unicode"/>
                <a:cs typeface="Lucida Sans Unicode"/>
              </a:rPr>
              <a:t>l</a:t>
            </a:r>
            <a:r>
              <a:rPr sz="220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2200" spc="-1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200" spc="30" dirty="0">
                <a:solidFill>
                  <a:srgbClr val="FFFFFF"/>
                </a:solidFill>
                <a:latin typeface="Lucida Sans Unicode"/>
                <a:cs typeface="Lucida Sans Unicode"/>
              </a:rPr>
              <a:t>f</a:t>
            </a:r>
            <a:r>
              <a:rPr sz="2200" spc="5" dirty="0">
                <a:solidFill>
                  <a:srgbClr val="FFFFFF"/>
                </a:solidFill>
                <a:latin typeface="Lucida Sans Unicode"/>
                <a:cs typeface="Lucida Sans Unicode"/>
              </a:rPr>
              <a:t>o</a:t>
            </a:r>
            <a:r>
              <a:rPr sz="2200" spc="15" dirty="0">
                <a:solidFill>
                  <a:srgbClr val="FFFFFF"/>
                </a:solidFill>
                <a:latin typeface="Lucida Sans Unicode"/>
                <a:cs typeface="Lucida Sans Unicode"/>
              </a:rPr>
              <a:t>r</a:t>
            </a:r>
            <a:r>
              <a:rPr sz="2200" spc="-1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200" spc="30" dirty="0">
                <a:solidFill>
                  <a:srgbClr val="FFFFFF"/>
                </a:solidFill>
                <a:latin typeface="Lucida Sans Unicode"/>
                <a:cs typeface="Lucida Sans Unicode"/>
              </a:rPr>
              <a:t>b</a:t>
            </a:r>
            <a:r>
              <a:rPr sz="2200" spc="5" dirty="0">
                <a:solidFill>
                  <a:srgbClr val="FFFFFF"/>
                </a:solidFill>
                <a:latin typeface="Lucida Sans Unicode"/>
                <a:cs typeface="Lucida Sans Unicode"/>
              </a:rPr>
              <a:t>o</a:t>
            </a:r>
            <a:r>
              <a:rPr sz="2200" spc="75" dirty="0">
                <a:solidFill>
                  <a:srgbClr val="FFFFFF"/>
                </a:solidFill>
                <a:latin typeface="Lucida Sans Unicode"/>
                <a:cs typeface="Lucida Sans Unicode"/>
              </a:rPr>
              <a:t>t</a:t>
            </a:r>
            <a:r>
              <a:rPr sz="2200" dirty="0">
                <a:solidFill>
                  <a:srgbClr val="FFFFFF"/>
                </a:solidFill>
                <a:latin typeface="Lucida Sans Unicode"/>
                <a:cs typeface="Lucida Sans Unicode"/>
              </a:rPr>
              <a:t>h</a:t>
            </a:r>
            <a:r>
              <a:rPr sz="2200" spc="-1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200" spc="-30" dirty="0">
                <a:solidFill>
                  <a:srgbClr val="FFFFFF"/>
                </a:solidFill>
                <a:latin typeface="Lucida Sans Unicode"/>
                <a:cs typeface="Lucida Sans Unicode"/>
              </a:rPr>
              <a:t>s</a:t>
            </a:r>
            <a:r>
              <a:rPr sz="220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22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a</a:t>
            </a:r>
            <a:r>
              <a:rPr sz="2200" spc="-30" dirty="0">
                <a:solidFill>
                  <a:srgbClr val="FFFFFF"/>
                </a:solidFill>
                <a:latin typeface="Lucida Sans Unicode"/>
                <a:cs typeface="Lucida Sans Unicode"/>
              </a:rPr>
              <a:t>s</a:t>
            </a:r>
            <a:r>
              <a:rPr sz="2200" spc="5" dirty="0">
                <a:solidFill>
                  <a:srgbClr val="FFFFFF"/>
                </a:solidFill>
                <a:latin typeface="Lucida Sans Unicode"/>
                <a:cs typeface="Lucida Sans Unicode"/>
              </a:rPr>
              <a:t>o</a:t>
            </a:r>
            <a:r>
              <a:rPr sz="22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n</a:t>
            </a:r>
            <a:r>
              <a:rPr sz="220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22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d  </a:t>
            </a:r>
            <a:r>
              <a:rPr sz="2200" spc="-55" dirty="0">
                <a:solidFill>
                  <a:srgbClr val="FFFFFF"/>
                </a:solidFill>
                <a:latin typeface="Lucida Sans Unicode"/>
                <a:cs typeface="Lucida Sans Unicode"/>
              </a:rPr>
              <a:t>i</a:t>
            </a:r>
            <a:r>
              <a:rPr sz="22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n</a:t>
            </a:r>
            <a:r>
              <a:rPr sz="2200" spc="114" dirty="0">
                <a:solidFill>
                  <a:srgbClr val="FFFFFF"/>
                </a:solidFill>
                <a:latin typeface="Lucida Sans Unicode"/>
                <a:cs typeface="Lucida Sans Unicode"/>
              </a:rPr>
              <a:t>v</a:t>
            </a:r>
            <a:r>
              <a:rPr sz="220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2200" spc="-30" dirty="0">
                <a:solidFill>
                  <a:srgbClr val="FFFFFF"/>
                </a:solidFill>
                <a:latin typeface="Lucida Sans Unicode"/>
                <a:cs typeface="Lucida Sans Unicode"/>
              </a:rPr>
              <a:t>s</a:t>
            </a:r>
            <a:r>
              <a:rPr sz="2200" spc="75" dirty="0">
                <a:solidFill>
                  <a:srgbClr val="FFFFFF"/>
                </a:solidFill>
                <a:latin typeface="Lucida Sans Unicode"/>
                <a:cs typeface="Lucida Sans Unicode"/>
              </a:rPr>
              <a:t>t</a:t>
            </a:r>
            <a:r>
              <a:rPr sz="2200" spc="5" dirty="0">
                <a:solidFill>
                  <a:srgbClr val="FFFFFF"/>
                </a:solidFill>
                <a:latin typeface="Lucida Sans Unicode"/>
                <a:cs typeface="Lucida Sans Unicode"/>
              </a:rPr>
              <a:t>o</a:t>
            </a:r>
            <a:r>
              <a:rPr sz="22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r</a:t>
            </a:r>
            <a:r>
              <a:rPr sz="220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s</a:t>
            </a:r>
            <a:r>
              <a:rPr sz="2200" spc="-1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2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a</a:t>
            </a:r>
            <a:r>
              <a:rPr sz="22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n</a:t>
            </a:r>
            <a:r>
              <a:rPr sz="220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d</a:t>
            </a:r>
            <a:r>
              <a:rPr sz="2200" spc="-1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200" spc="30" dirty="0">
                <a:solidFill>
                  <a:srgbClr val="FFFFFF"/>
                </a:solidFill>
                <a:latin typeface="Lucida Sans Unicode"/>
                <a:cs typeface="Lucida Sans Unicode"/>
              </a:rPr>
              <a:t>b</a:t>
            </a:r>
            <a:r>
              <a:rPr sz="220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2200" spc="-160" dirty="0">
                <a:solidFill>
                  <a:srgbClr val="FFFFFF"/>
                </a:solidFill>
                <a:latin typeface="Lucida Sans Unicode"/>
                <a:cs typeface="Lucida Sans Unicode"/>
              </a:rPr>
              <a:t>g</a:t>
            </a:r>
            <a:r>
              <a:rPr sz="2200" spc="-55" dirty="0">
                <a:solidFill>
                  <a:srgbClr val="FFFFFF"/>
                </a:solidFill>
                <a:latin typeface="Lucida Sans Unicode"/>
                <a:cs typeface="Lucida Sans Unicode"/>
              </a:rPr>
              <a:t>i</a:t>
            </a:r>
            <a:r>
              <a:rPr sz="22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nn</a:t>
            </a:r>
            <a:r>
              <a:rPr sz="220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22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r</a:t>
            </a:r>
            <a:r>
              <a:rPr sz="2200" spc="-30" dirty="0">
                <a:solidFill>
                  <a:srgbClr val="FFFFFF"/>
                </a:solidFill>
                <a:latin typeface="Lucida Sans Unicode"/>
                <a:cs typeface="Lucida Sans Unicode"/>
              </a:rPr>
              <a:t>s</a:t>
            </a:r>
            <a:r>
              <a:rPr sz="2200" spc="-114" dirty="0">
                <a:solidFill>
                  <a:srgbClr val="FFFFFF"/>
                </a:solidFill>
                <a:latin typeface="Lucida Sans Unicode"/>
                <a:cs typeface="Lucida Sans Unicode"/>
              </a:rPr>
              <a:t>.</a:t>
            </a:r>
            <a:r>
              <a:rPr sz="2200" spc="-1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200" spc="-110" dirty="0">
                <a:solidFill>
                  <a:srgbClr val="FFFFFF"/>
                </a:solidFill>
                <a:latin typeface="Lucida Sans Unicode"/>
                <a:cs typeface="Lucida Sans Unicode"/>
              </a:rPr>
              <a:t>T</a:t>
            </a:r>
            <a:r>
              <a:rPr sz="22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h</a:t>
            </a:r>
            <a:r>
              <a:rPr sz="2200" spc="-55" dirty="0">
                <a:solidFill>
                  <a:srgbClr val="FFFFFF"/>
                </a:solidFill>
                <a:latin typeface="Lucida Sans Unicode"/>
                <a:cs typeface="Lucida Sans Unicode"/>
              </a:rPr>
              <a:t>i</a:t>
            </a:r>
            <a:r>
              <a:rPr sz="220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s</a:t>
            </a:r>
            <a:r>
              <a:rPr sz="2200" spc="-1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200" spc="5" dirty="0">
                <a:solidFill>
                  <a:srgbClr val="FFFFFF"/>
                </a:solidFill>
                <a:latin typeface="Lucida Sans Unicode"/>
                <a:cs typeface="Lucida Sans Unicode"/>
              </a:rPr>
              <a:t>o</a:t>
            </a:r>
            <a:r>
              <a:rPr sz="2200" spc="30" dirty="0">
                <a:solidFill>
                  <a:srgbClr val="FFFFFF"/>
                </a:solidFill>
                <a:latin typeface="Lucida Sans Unicode"/>
                <a:cs typeface="Lucida Sans Unicode"/>
              </a:rPr>
              <a:t>b</a:t>
            </a:r>
            <a:r>
              <a:rPr sz="2200" spc="-85" dirty="0">
                <a:solidFill>
                  <a:srgbClr val="FFFFFF"/>
                </a:solidFill>
                <a:latin typeface="Lucida Sans Unicode"/>
                <a:cs typeface="Lucida Sans Unicode"/>
              </a:rPr>
              <a:t>j</a:t>
            </a:r>
            <a:r>
              <a:rPr sz="220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22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c</a:t>
            </a:r>
            <a:r>
              <a:rPr sz="2200" spc="75" dirty="0">
                <a:solidFill>
                  <a:srgbClr val="FFFFFF"/>
                </a:solidFill>
                <a:latin typeface="Lucida Sans Unicode"/>
                <a:cs typeface="Lucida Sans Unicode"/>
              </a:rPr>
              <a:t>t</a:t>
            </a:r>
            <a:r>
              <a:rPr sz="2200" spc="-55" dirty="0">
                <a:solidFill>
                  <a:srgbClr val="FFFFFF"/>
                </a:solidFill>
                <a:latin typeface="Lucida Sans Unicode"/>
                <a:cs typeface="Lucida Sans Unicode"/>
              </a:rPr>
              <a:t>i</a:t>
            </a:r>
            <a:r>
              <a:rPr sz="2200" spc="114" dirty="0">
                <a:solidFill>
                  <a:srgbClr val="FFFFFF"/>
                </a:solidFill>
                <a:latin typeface="Lucida Sans Unicode"/>
                <a:cs typeface="Lucida Sans Unicode"/>
              </a:rPr>
              <a:t>v</a:t>
            </a:r>
            <a:r>
              <a:rPr sz="220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endParaRPr sz="2200">
              <a:latin typeface="Lucida Sans Unicode"/>
              <a:cs typeface="Lucida Sans Unicode"/>
            </a:endParaRPr>
          </a:p>
          <a:p>
            <a:pPr marL="12700" marR="5080">
              <a:lnSpc>
                <a:spcPct val="116500"/>
              </a:lnSpc>
            </a:pPr>
            <a:r>
              <a:rPr sz="220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22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n</a:t>
            </a:r>
            <a:r>
              <a:rPr sz="2200" spc="-30" dirty="0">
                <a:solidFill>
                  <a:srgbClr val="FFFFFF"/>
                </a:solidFill>
                <a:latin typeface="Lucida Sans Unicode"/>
                <a:cs typeface="Lucida Sans Unicode"/>
              </a:rPr>
              <a:t>s</a:t>
            </a:r>
            <a:r>
              <a:rPr sz="220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u</a:t>
            </a:r>
            <a:r>
              <a:rPr sz="22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r</a:t>
            </a:r>
            <a:r>
              <a:rPr sz="220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220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s</a:t>
            </a:r>
            <a:r>
              <a:rPr sz="2200" spc="-1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2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a</a:t>
            </a:r>
            <a:r>
              <a:rPr sz="2200" dirty="0">
                <a:solidFill>
                  <a:srgbClr val="FFFFFF"/>
                </a:solidFill>
                <a:latin typeface="Lucida Sans Unicode"/>
                <a:cs typeface="Lucida Sans Unicode"/>
              </a:rPr>
              <a:t>n</a:t>
            </a:r>
            <a:r>
              <a:rPr sz="2200" spc="-1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200" spc="-55" dirty="0">
                <a:solidFill>
                  <a:srgbClr val="FFFFFF"/>
                </a:solidFill>
                <a:latin typeface="Lucida Sans Unicode"/>
                <a:cs typeface="Lucida Sans Unicode"/>
              </a:rPr>
              <a:t>i</a:t>
            </a:r>
            <a:r>
              <a:rPr sz="22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n</a:t>
            </a:r>
            <a:r>
              <a:rPr sz="2200" spc="75" dirty="0">
                <a:solidFill>
                  <a:srgbClr val="FFFFFF"/>
                </a:solidFill>
                <a:latin typeface="Lucida Sans Unicode"/>
                <a:cs typeface="Lucida Sans Unicode"/>
              </a:rPr>
              <a:t>t</a:t>
            </a:r>
            <a:r>
              <a:rPr sz="220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u</a:t>
            </a:r>
            <a:r>
              <a:rPr sz="2200" spc="-55" dirty="0">
                <a:solidFill>
                  <a:srgbClr val="FFFFFF"/>
                </a:solidFill>
                <a:latin typeface="Lucida Sans Unicode"/>
                <a:cs typeface="Lucida Sans Unicode"/>
              </a:rPr>
              <a:t>i</a:t>
            </a:r>
            <a:r>
              <a:rPr sz="2200" spc="75" dirty="0">
                <a:solidFill>
                  <a:srgbClr val="FFFFFF"/>
                </a:solidFill>
                <a:latin typeface="Lucida Sans Unicode"/>
                <a:cs typeface="Lucida Sans Unicode"/>
              </a:rPr>
              <a:t>t</a:t>
            </a:r>
            <a:r>
              <a:rPr sz="2200" spc="-55" dirty="0">
                <a:solidFill>
                  <a:srgbClr val="FFFFFF"/>
                </a:solidFill>
                <a:latin typeface="Lucida Sans Unicode"/>
                <a:cs typeface="Lucida Sans Unicode"/>
              </a:rPr>
              <a:t>i</a:t>
            </a:r>
            <a:r>
              <a:rPr sz="2200" spc="114" dirty="0">
                <a:solidFill>
                  <a:srgbClr val="FFFFFF"/>
                </a:solidFill>
                <a:latin typeface="Lucida Sans Unicode"/>
                <a:cs typeface="Lucida Sans Unicode"/>
              </a:rPr>
              <a:t>v</a:t>
            </a:r>
            <a:r>
              <a:rPr sz="220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2200" spc="-1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2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a</a:t>
            </a:r>
            <a:r>
              <a:rPr sz="22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n</a:t>
            </a:r>
            <a:r>
              <a:rPr sz="220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d</a:t>
            </a:r>
            <a:r>
              <a:rPr sz="2200" spc="-1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20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22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n</a:t>
            </a:r>
            <a:r>
              <a:rPr sz="2200" spc="-160" dirty="0">
                <a:solidFill>
                  <a:srgbClr val="FFFFFF"/>
                </a:solidFill>
                <a:latin typeface="Lucida Sans Unicode"/>
                <a:cs typeface="Lucida Sans Unicode"/>
              </a:rPr>
              <a:t>g</a:t>
            </a:r>
            <a:r>
              <a:rPr sz="22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a</a:t>
            </a:r>
            <a:r>
              <a:rPr sz="2200" spc="-160" dirty="0">
                <a:solidFill>
                  <a:srgbClr val="FFFFFF"/>
                </a:solidFill>
                <a:latin typeface="Lucida Sans Unicode"/>
                <a:cs typeface="Lucida Sans Unicode"/>
              </a:rPr>
              <a:t>g</a:t>
            </a:r>
            <a:r>
              <a:rPr sz="2200" spc="-55" dirty="0">
                <a:solidFill>
                  <a:srgbClr val="FFFFFF"/>
                </a:solidFill>
                <a:latin typeface="Lucida Sans Unicode"/>
                <a:cs typeface="Lucida Sans Unicode"/>
              </a:rPr>
              <a:t>i</a:t>
            </a:r>
            <a:r>
              <a:rPr sz="22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n</a:t>
            </a:r>
            <a:r>
              <a:rPr sz="2200" spc="-155" dirty="0">
                <a:solidFill>
                  <a:srgbClr val="FFFFFF"/>
                </a:solidFill>
                <a:latin typeface="Lucida Sans Unicode"/>
                <a:cs typeface="Lucida Sans Unicode"/>
              </a:rPr>
              <a:t>g </a:t>
            </a:r>
            <a:r>
              <a:rPr sz="2200" spc="-55" dirty="0">
                <a:solidFill>
                  <a:srgbClr val="FFFFFF"/>
                </a:solidFill>
                <a:latin typeface="Lucida Sans Unicode"/>
                <a:cs typeface="Lucida Sans Unicode"/>
              </a:rPr>
              <a:t>i</a:t>
            </a:r>
            <a:r>
              <a:rPr sz="22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n</a:t>
            </a:r>
            <a:r>
              <a:rPr sz="2200" spc="75" dirty="0">
                <a:solidFill>
                  <a:srgbClr val="FFFFFF"/>
                </a:solidFill>
                <a:latin typeface="Lucida Sans Unicode"/>
                <a:cs typeface="Lucida Sans Unicode"/>
              </a:rPr>
              <a:t>t</a:t>
            </a:r>
            <a:r>
              <a:rPr sz="220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22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ra</a:t>
            </a:r>
            <a:r>
              <a:rPr sz="22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c</a:t>
            </a:r>
            <a:r>
              <a:rPr sz="2200" spc="75" dirty="0">
                <a:solidFill>
                  <a:srgbClr val="FFFFFF"/>
                </a:solidFill>
                <a:latin typeface="Lucida Sans Unicode"/>
                <a:cs typeface="Lucida Sans Unicode"/>
              </a:rPr>
              <a:t>t</a:t>
            </a:r>
            <a:r>
              <a:rPr sz="2200" spc="-55" dirty="0">
                <a:solidFill>
                  <a:srgbClr val="FFFFFF"/>
                </a:solidFill>
                <a:latin typeface="Lucida Sans Unicode"/>
                <a:cs typeface="Lucida Sans Unicode"/>
              </a:rPr>
              <a:t>i</a:t>
            </a:r>
            <a:r>
              <a:rPr sz="2200" spc="5" dirty="0">
                <a:solidFill>
                  <a:srgbClr val="FFFFFF"/>
                </a:solidFill>
                <a:latin typeface="Lucida Sans Unicode"/>
                <a:cs typeface="Lucida Sans Unicode"/>
              </a:rPr>
              <a:t>o</a:t>
            </a:r>
            <a:r>
              <a:rPr sz="2200" dirty="0">
                <a:solidFill>
                  <a:srgbClr val="FFFFFF"/>
                </a:solidFill>
                <a:latin typeface="Lucida Sans Unicode"/>
                <a:cs typeface="Lucida Sans Unicode"/>
              </a:rPr>
              <a:t>n</a:t>
            </a:r>
            <a:r>
              <a:rPr sz="2200" spc="-1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200" spc="30" dirty="0">
                <a:solidFill>
                  <a:srgbClr val="FFFFFF"/>
                </a:solidFill>
                <a:latin typeface="Lucida Sans Unicode"/>
                <a:cs typeface="Lucida Sans Unicode"/>
              </a:rPr>
              <a:t>w</a:t>
            </a:r>
            <a:r>
              <a:rPr sz="2200" spc="-55" dirty="0">
                <a:solidFill>
                  <a:srgbClr val="FFFFFF"/>
                </a:solidFill>
                <a:latin typeface="Lucida Sans Unicode"/>
                <a:cs typeface="Lucida Sans Unicode"/>
              </a:rPr>
              <a:t>i</a:t>
            </a:r>
            <a:r>
              <a:rPr sz="2200" spc="75" dirty="0">
                <a:solidFill>
                  <a:srgbClr val="FFFFFF"/>
                </a:solidFill>
                <a:latin typeface="Lucida Sans Unicode"/>
                <a:cs typeface="Lucida Sans Unicode"/>
              </a:rPr>
              <a:t>t</a:t>
            </a:r>
            <a:r>
              <a:rPr sz="2200" dirty="0">
                <a:solidFill>
                  <a:srgbClr val="FFFFFF"/>
                </a:solidFill>
                <a:latin typeface="Lucida Sans Unicode"/>
                <a:cs typeface="Lucida Sans Unicode"/>
              </a:rPr>
              <a:t>h  </a:t>
            </a:r>
            <a:r>
              <a:rPr sz="220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the</a:t>
            </a:r>
            <a:r>
              <a:rPr sz="2200" spc="-16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stock</a:t>
            </a:r>
            <a:r>
              <a:rPr sz="2200" spc="-1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200" spc="15" dirty="0">
                <a:solidFill>
                  <a:srgbClr val="FFFFFF"/>
                </a:solidFill>
                <a:latin typeface="Lucida Sans Unicode"/>
                <a:cs typeface="Lucida Sans Unicode"/>
              </a:rPr>
              <a:t>recommendation</a:t>
            </a:r>
            <a:r>
              <a:rPr sz="2200" spc="-16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200" dirty="0">
                <a:solidFill>
                  <a:srgbClr val="FFFFFF"/>
                </a:solidFill>
                <a:latin typeface="Lucida Sans Unicode"/>
                <a:cs typeface="Lucida Sans Unicode"/>
              </a:rPr>
              <a:t>system,</a:t>
            </a:r>
            <a:endParaRPr sz="22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22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fostering</a:t>
            </a:r>
            <a:r>
              <a:rPr sz="2200" spc="-1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200" spc="15" dirty="0">
                <a:solidFill>
                  <a:srgbClr val="FFFFFF"/>
                </a:solidFill>
                <a:latin typeface="Lucida Sans Unicode"/>
                <a:cs typeface="Lucida Sans Unicode"/>
              </a:rPr>
              <a:t>a</a:t>
            </a:r>
            <a:r>
              <a:rPr sz="2200" spc="-1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200" spc="15" dirty="0">
                <a:solidFill>
                  <a:srgbClr val="FFFFFF"/>
                </a:solidFill>
                <a:latin typeface="Lucida Sans Unicode"/>
                <a:cs typeface="Lucida Sans Unicode"/>
              </a:rPr>
              <a:t>positive</a:t>
            </a:r>
            <a:r>
              <a:rPr sz="2200" spc="-1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200" dirty="0">
                <a:solidFill>
                  <a:srgbClr val="FFFFFF"/>
                </a:solidFill>
                <a:latin typeface="Lucida Sans Unicode"/>
                <a:cs typeface="Lucida Sans Unicode"/>
              </a:rPr>
              <a:t>user</a:t>
            </a:r>
            <a:r>
              <a:rPr sz="2200" spc="-1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200" spc="-15" dirty="0">
                <a:solidFill>
                  <a:srgbClr val="FFFFFF"/>
                </a:solidFill>
                <a:latin typeface="Lucida Sans Unicode"/>
                <a:cs typeface="Lucida Sans Unicode"/>
              </a:rPr>
              <a:t>experience.</a:t>
            </a:r>
            <a:endParaRPr sz="22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28700" y="9248775"/>
            <a:ext cx="3155315" cy="0"/>
          </a:xfrm>
          <a:custGeom>
            <a:avLst/>
            <a:gdLst/>
            <a:ahLst/>
            <a:cxnLst/>
            <a:rect l="l" t="t" r="r" b="b"/>
            <a:pathLst>
              <a:path w="3155315">
                <a:moveTo>
                  <a:pt x="0" y="0"/>
                </a:moveTo>
                <a:lnTo>
                  <a:pt x="3155152" y="0"/>
                </a:lnTo>
              </a:path>
            </a:pathLst>
          </a:custGeom>
          <a:ln w="19049">
            <a:solidFill>
              <a:srgbClr val="13131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4183852" y="9163731"/>
            <a:ext cx="13075919" cy="189230"/>
            <a:chOff x="4183852" y="9163731"/>
            <a:chExt cx="13075919" cy="189230"/>
          </a:xfrm>
        </p:grpSpPr>
        <p:sp>
          <p:nvSpPr>
            <p:cNvPr id="4" name="object 4"/>
            <p:cNvSpPr/>
            <p:nvPr/>
          </p:nvSpPr>
          <p:spPr>
            <a:xfrm>
              <a:off x="4879076" y="9248774"/>
              <a:ext cx="12380595" cy="0"/>
            </a:xfrm>
            <a:custGeom>
              <a:avLst/>
              <a:gdLst/>
              <a:ahLst/>
              <a:cxnLst/>
              <a:rect l="l" t="t" r="r" b="b"/>
              <a:pathLst>
                <a:path w="12380594">
                  <a:moveTo>
                    <a:pt x="0" y="0"/>
                  </a:moveTo>
                  <a:lnTo>
                    <a:pt x="12380221" y="0"/>
                  </a:lnTo>
                </a:path>
              </a:pathLst>
            </a:custGeom>
            <a:ln w="19049">
              <a:solidFill>
                <a:srgbClr val="13131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183852" y="9163731"/>
              <a:ext cx="695325" cy="189230"/>
            </a:xfrm>
            <a:custGeom>
              <a:avLst/>
              <a:gdLst/>
              <a:ahLst/>
              <a:cxnLst/>
              <a:rect l="l" t="t" r="r" b="b"/>
              <a:pathLst>
                <a:path w="695325" h="189229">
                  <a:moveTo>
                    <a:pt x="695224" y="189136"/>
                  </a:moveTo>
                  <a:lnTo>
                    <a:pt x="0" y="189136"/>
                  </a:lnTo>
                  <a:lnTo>
                    <a:pt x="0" y="0"/>
                  </a:lnTo>
                  <a:lnTo>
                    <a:pt x="695224" y="0"/>
                  </a:lnTo>
                  <a:lnTo>
                    <a:pt x="695224" y="189136"/>
                  </a:lnTo>
                  <a:close/>
                </a:path>
              </a:pathLst>
            </a:custGeom>
            <a:solidFill>
              <a:srgbClr val="0986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/>
          <p:nvPr/>
        </p:nvSpPr>
        <p:spPr>
          <a:xfrm>
            <a:off x="7535748" y="1474404"/>
            <a:ext cx="4084954" cy="3462654"/>
          </a:xfrm>
          <a:custGeom>
            <a:avLst/>
            <a:gdLst/>
            <a:ahLst/>
            <a:cxnLst/>
            <a:rect l="l" t="t" r="r" b="b"/>
            <a:pathLst>
              <a:path w="4084954" h="3462654">
                <a:moveTo>
                  <a:pt x="3598760" y="3462424"/>
                </a:moveTo>
                <a:lnTo>
                  <a:pt x="485770" y="3462424"/>
                </a:lnTo>
                <a:lnTo>
                  <a:pt x="437762" y="3460047"/>
                </a:lnTo>
                <a:lnTo>
                  <a:pt x="390562" y="3453004"/>
                </a:lnTo>
                <a:lnTo>
                  <a:pt x="344494" y="3441427"/>
                </a:lnTo>
                <a:lnTo>
                  <a:pt x="299876" y="3425447"/>
                </a:lnTo>
                <a:lnTo>
                  <a:pt x="257028" y="3405197"/>
                </a:lnTo>
                <a:lnTo>
                  <a:pt x="216266" y="3380808"/>
                </a:lnTo>
                <a:lnTo>
                  <a:pt x="177911" y="3352414"/>
                </a:lnTo>
                <a:lnTo>
                  <a:pt x="142280" y="3320144"/>
                </a:lnTo>
                <a:lnTo>
                  <a:pt x="110010" y="3284513"/>
                </a:lnTo>
                <a:lnTo>
                  <a:pt x="81616" y="3246158"/>
                </a:lnTo>
                <a:lnTo>
                  <a:pt x="57227" y="3205396"/>
                </a:lnTo>
                <a:lnTo>
                  <a:pt x="36977" y="3162547"/>
                </a:lnTo>
                <a:lnTo>
                  <a:pt x="20997" y="3117930"/>
                </a:lnTo>
                <a:lnTo>
                  <a:pt x="9420" y="3071862"/>
                </a:lnTo>
                <a:lnTo>
                  <a:pt x="2377" y="3024662"/>
                </a:lnTo>
                <a:lnTo>
                  <a:pt x="0" y="2976649"/>
                </a:lnTo>
                <a:lnTo>
                  <a:pt x="0" y="485774"/>
                </a:lnTo>
                <a:lnTo>
                  <a:pt x="2377" y="437762"/>
                </a:lnTo>
                <a:lnTo>
                  <a:pt x="9420" y="390562"/>
                </a:lnTo>
                <a:lnTo>
                  <a:pt x="20997" y="344494"/>
                </a:lnTo>
                <a:lnTo>
                  <a:pt x="36977" y="299876"/>
                </a:lnTo>
                <a:lnTo>
                  <a:pt x="57227" y="257028"/>
                </a:lnTo>
                <a:lnTo>
                  <a:pt x="81616" y="216266"/>
                </a:lnTo>
                <a:lnTo>
                  <a:pt x="110010" y="177911"/>
                </a:lnTo>
                <a:lnTo>
                  <a:pt x="142280" y="142280"/>
                </a:lnTo>
                <a:lnTo>
                  <a:pt x="177911" y="110010"/>
                </a:lnTo>
                <a:lnTo>
                  <a:pt x="216266" y="81615"/>
                </a:lnTo>
                <a:lnTo>
                  <a:pt x="257028" y="57227"/>
                </a:lnTo>
                <a:lnTo>
                  <a:pt x="299876" y="36977"/>
                </a:lnTo>
                <a:lnTo>
                  <a:pt x="344494" y="20997"/>
                </a:lnTo>
                <a:lnTo>
                  <a:pt x="390562" y="9420"/>
                </a:lnTo>
                <a:lnTo>
                  <a:pt x="437762" y="2376"/>
                </a:lnTo>
                <a:lnTo>
                  <a:pt x="485772" y="0"/>
                </a:lnTo>
                <a:lnTo>
                  <a:pt x="3598758" y="0"/>
                </a:lnTo>
                <a:lnTo>
                  <a:pt x="3646769" y="2376"/>
                </a:lnTo>
                <a:lnTo>
                  <a:pt x="3693969" y="9420"/>
                </a:lnTo>
                <a:lnTo>
                  <a:pt x="3740037" y="20997"/>
                </a:lnTo>
                <a:lnTo>
                  <a:pt x="3784654" y="36977"/>
                </a:lnTo>
                <a:lnTo>
                  <a:pt x="3827503" y="57227"/>
                </a:lnTo>
                <a:lnTo>
                  <a:pt x="3868264" y="81615"/>
                </a:lnTo>
                <a:lnTo>
                  <a:pt x="3906620" y="110010"/>
                </a:lnTo>
                <a:lnTo>
                  <a:pt x="3942251" y="142280"/>
                </a:lnTo>
                <a:lnTo>
                  <a:pt x="3974520" y="177911"/>
                </a:lnTo>
                <a:lnTo>
                  <a:pt x="4002915" y="216266"/>
                </a:lnTo>
                <a:lnTo>
                  <a:pt x="4027304" y="257028"/>
                </a:lnTo>
                <a:lnTo>
                  <a:pt x="4047554" y="299876"/>
                </a:lnTo>
                <a:lnTo>
                  <a:pt x="4063533" y="344494"/>
                </a:lnTo>
                <a:lnTo>
                  <a:pt x="4075111" y="390562"/>
                </a:lnTo>
                <a:lnTo>
                  <a:pt x="4082154" y="437762"/>
                </a:lnTo>
                <a:lnTo>
                  <a:pt x="4084531" y="485774"/>
                </a:lnTo>
                <a:lnTo>
                  <a:pt x="4084531" y="2976649"/>
                </a:lnTo>
                <a:lnTo>
                  <a:pt x="4082154" y="3024662"/>
                </a:lnTo>
                <a:lnTo>
                  <a:pt x="4075111" y="3071862"/>
                </a:lnTo>
                <a:lnTo>
                  <a:pt x="4063533" y="3117930"/>
                </a:lnTo>
                <a:lnTo>
                  <a:pt x="4047554" y="3162547"/>
                </a:lnTo>
                <a:lnTo>
                  <a:pt x="4027304" y="3205396"/>
                </a:lnTo>
                <a:lnTo>
                  <a:pt x="4002915" y="3246158"/>
                </a:lnTo>
                <a:lnTo>
                  <a:pt x="3974520" y="3284513"/>
                </a:lnTo>
                <a:lnTo>
                  <a:pt x="3942251" y="3320144"/>
                </a:lnTo>
                <a:lnTo>
                  <a:pt x="3906620" y="3352414"/>
                </a:lnTo>
                <a:lnTo>
                  <a:pt x="3868264" y="3380808"/>
                </a:lnTo>
                <a:lnTo>
                  <a:pt x="3827503" y="3405197"/>
                </a:lnTo>
                <a:lnTo>
                  <a:pt x="3784654" y="3425447"/>
                </a:lnTo>
                <a:lnTo>
                  <a:pt x="3740037" y="3441427"/>
                </a:lnTo>
                <a:lnTo>
                  <a:pt x="3693969" y="3453004"/>
                </a:lnTo>
                <a:lnTo>
                  <a:pt x="3646769" y="3460047"/>
                </a:lnTo>
                <a:lnTo>
                  <a:pt x="3598760" y="34624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1901765" y="1731426"/>
            <a:ext cx="4047490" cy="3205480"/>
          </a:xfrm>
          <a:custGeom>
            <a:avLst/>
            <a:gdLst/>
            <a:ahLst/>
            <a:cxnLst/>
            <a:rect l="l" t="t" r="r" b="b"/>
            <a:pathLst>
              <a:path w="4047490" h="3205479">
                <a:moveTo>
                  <a:pt x="3990225" y="0"/>
                </a:moveTo>
                <a:lnTo>
                  <a:pt x="4010474" y="42847"/>
                </a:lnTo>
                <a:lnTo>
                  <a:pt x="4026454" y="87463"/>
                </a:lnTo>
                <a:lnTo>
                  <a:pt x="4038031" y="133530"/>
                </a:lnTo>
                <a:lnTo>
                  <a:pt x="4045074" y="180728"/>
                </a:lnTo>
                <a:lnTo>
                  <a:pt x="4047451" y="228740"/>
                </a:lnTo>
                <a:lnTo>
                  <a:pt x="4047451" y="2719552"/>
                </a:lnTo>
                <a:lnTo>
                  <a:pt x="4045074" y="2767564"/>
                </a:lnTo>
                <a:lnTo>
                  <a:pt x="4038031" y="2814762"/>
                </a:lnTo>
                <a:lnTo>
                  <a:pt x="4026454" y="2860829"/>
                </a:lnTo>
                <a:lnTo>
                  <a:pt x="4010474" y="2905445"/>
                </a:lnTo>
                <a:lnTo>
                  <a:pt x="3990225" y="2948293"/>
                </a:lnTo>
                <a:lnTo>
                  <a:pt x="3965837" y="2989053"/>
                </a:lnTo>
                <a:lnTo>
                  <a:pt x="3937443" y="3027408"/>
                </a:lnTo>
                <a:lnTo>
                  <a:pt x="3905174" y="3063038"/>
                </a:lnTo>
                <a:lnTo>
                  <a:pt x="3869544" y="3095307"/>
                </a:lnTo>
                <a:lnTo>
                  <a:pt x="3831189" y="3123701"/>
                </a:lnTo>
                <a:lnTo>
                  <a:pt x="3790429" y="3148089"/>
                </a:lnTo>
                <a:lnTo>
                  <a:pt x="3747581" y="3168338"/>
                </a:lnTo>
                <a:lnTo>
                  <a:pt x="3702965" y="3184317"/>
                </a:lnTo>
                <a:lnTo>
                  <a:pt x="3656898" y="3195895"/>
                </a:lnTo>
                <a:lnTo>
                  <a:pt x="3609700" y="3202938"/>
                </a:lnTo>
                <a:lnTo>
                  <a:pt x="3561688" y="3205315"/>
                </a:lnTo>
                <a:lnTo>
                  <a:pt x="448785" y="3205315"/>
                </a:lnTo>
                <a:lnTo>
                  <a:pt x="400774" y="3202938"/>
                </a:lnTo>
                <a:lnTo>
                  <a:pt x="353575" y="3195895"/>
                </a:lnTo>
                <a:lnTo>
                  <a:pt x="307508" y="3184317"/>
                </a:lnTo>
                <a:lnTo>
                  <a:pt x="262892" y="3168338"/>
                </a:lnTo>
                <a:lnTo>
                  <a:pt x="220044" y="3148089"/>
                </a:lnTo>
                <a:lnTo>
                  <a:pt x="179284" y="3123701"/>
                </a:lnTo>
                <a:lnTo>
                  <a:pt x="140929" y="3095307"/>
                </a:lnTo>
                <a:lnTo>
                  <a:pt x="105300" y="3063039"/>
                </a:lnTo>
              </a:path>
              <a:path w="4047490" h="3205479">
                <a:moveTo>
                  <a:pt x="89547" y="3045645"/>
                </a:moveTo>
                <a:lnTo>
                  <a:pt x="73031" y="3027408"/>
                </a:lnTo>
                <a:lnTo>
                  <a:pt x="44637" y="2989053"/>
                </a:lnTo>
                <a:lnTo>
                  <a:pt x="20249" y="2948293"/>
                </a:lnTo>
              </a:path>
              <a:path w="4047490" h="3205479">
                <a:moveTo>
                  <a:pt x="8748" y="2923957"/>
                </a:moveTo>
                <a:lnTo>
                  <a:pt x="0" y="2905446"/>
                </a:lnTo>
              </a:path>
            </a:pathLst>
          </a:custGeom>
          <a:ln w="1904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973504" y="5184625"/>
            <a:ext cx="3646804" cy="3425825"/>
          </a:xfrm>
          <a:custGeom>
            <a:avLst/>
            <a:gdLst/>
            <a:ahLst/>
            <a:cxnLst/>
            <a:rect l="l" t="t" r="r" b="b"/>
            <a:pathLst>
              <a:path w="3646804" h="3425825">
                <a:moveTo>
                  <a:pt x="48011" y="0"/>
                </a:moveTo>
                <a:lnTo>
                  <a:pt x="3160914" y="0"/>
                </a:lnTo>
                <a:lnTo>
                  <a:pt x="3208925" y="2376"/>
                </a:lnTo>
                <a:lnTo>
                  <a:pt x="3256124" y="9420"/>
                </a:lnTo>
                <a:lnTo>
                  <a:pt x="3302191" y="20997"/>
                </a:lnTo>
                <a:lnTo>
                  <a:pt x="3346807" y="36976"/>
                </a:lnTo>
                <a:lnTo>
                  <a:pt x="3389655" y="57226"/>
                </a:lnTo>
                <a:lnTo>
                  <a:pt x="3430415" y="81613"/>
                </a:lnTo>
                <a:lnTo>
                  <a:pt x="3468770" y="110008"/>
                </a:lnTo>
                <a:lnTo>
                  <a:pt x="3504400" y="142276"/>
                </a:lnTo>
                <a:lnTo>
                  <a:pt x="3536669" y="177906"/>
                </a:lnTo>
                <a:lnTo>
                  <a:pt x="3565063" y="216261"/>
                </a:lnTo>
                <a:lnTo>
                  <a:pt x="3589451" y="257021"/>
                </a:lnTo>
                <a:lnTo>
                  <a:pt x="3609700" y="299869"/>
                </a:lnTo>
                <a:lnTo>
                  <a:pt x="3625679" y="344485"/>
                </a:lnTo>
                <a:lnTo>
                  <a:pt x="3637256" y="390552"/>
                </a:lnTo>
                <a:lnTo>
                  <a:pt x="3644299" y="437750"/>
                </a:lnTo>
                <a:lnTo>
                  <a:pt x="3646676" y="485762"/>
                </a:lnTo>
                <a:lnTo>
                  <a:pt x="3646676" y="2976574"/>
                </a:lnTo>
                <a:lnTo>
                  <a:pt x="3644299" y="3024586"/>
                </a:lnTo>
                <a:lnTo>
                  <a:pt x="3637256" y="3071784"/>
                </a:lnTo>
                <a:lnTo>
                  <a:pt x="3625679" y="3117851"/>
                </a:lnTo>
                <a:lnTo>
                  <a:pt x="3609700" y="3162467"/>
                </a:lnTo>
                <a:lnTo>
                  <a:pt x="3589451" y="3205315"/>
                </a:lnTo>
                <a:lnTo>
                  <a:pt x="3565063" y="3246076"/>
                </a:lnTo>
                <a:lnTo>
                  <a:pt x="3536669" y="3284430"/>
                </a:lnTo>
                <a:lnTo>
                  <a:pt x="3514846" y="3308526"/>
                </a:lnTo>
              </a:path>
              <a:path w="3646804" h="3425825">
                <a:moveTo>
                  <a:pt x="3473416" y="3348121"/>
                </a:moveTo>
                <a:lnTo>
                  <a:pt x="3468770" y="3352329"/>
                </a:lnTo>
              </a:path>
              <a:path w="3646804" h="3425825">
                <a:moveTo>
                  <a:pt x="3456419" y="3361472"/>
                </a:moveTo>
                <a:lnTo>
                  <a:pt x="3430415" y="3380723"/>
                </a:lnTo>
                <a:lnTo>
                  <a:pt x="3389655" y="3405111"/>
                </a:lnTo>
                <a:lnTo>
                  <a:pt x="3346807" y="3425360"/>
                </a:lnTo>
              </a:path>
              <a:path w="3646804" h="3425825">
                <a:moveTo>
                  <a:pt x="0" y="2376"/>
                </a:moveTo>
                <a:lnTo>
                  <a:pt x="48011" y="0"/>
                </a:lnTo>
              </a:path>
            </a:pathLst>
          </a:custGeom>
          <a:ln w="190499">
            <a:solidFill>
              <a:srgbClr val="0986D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9" name="object 9"/>
          <p:cNvGrpSpPr/>
          <p:nvPr/>
        </p:nvGrpSpPr>
        <p:grpSpPr>
          <a:xfrm>
            <a:off x="11864784" y="1474404"/>
            <a:ext cx="6031230" cy="7210425"/>
            <a:chOff x="11864784" y="1474404"/>
            <a:chExt cx="6031230" cy="7210425"/>
          </a:xfrm>
        </p:grpSpPr>
        <p:sp>
          <p:nvSpPr>
            <p:cNvPr id="10" name="object 10"/>
            <p:cNvSpPr/>
            <p:nvPr/>
          </p:nvSpPr>
          <p:spPr>
            <a:xfrm>
              <a:off x="11864784" y="5184625"/>
              <a:ext cx="4084954" cy="3462654"/>
            </a:xfrm>
            <a:custGeom>
              <a:avLst/>
              <a:gdLst/>
              <a:ahLst/>
              <a:cxnLst/>
              <a:rect l="l" t="t" r="r" b="b"/>
              <a:pathLst>
                <a:path w="4084955" h="3462654">
                  <a:moveTo>
                    <a:pt x="3598765" y="3462424"/>
                  </a:moveTo>
                  <a:lnTo>
                    <a:pt x="485764" y="3462424"/>
                  </a:lnTo>
                  <a:lnTo>
                    <a:pt x="437762" y="3460047"/>
                  </a:lnTo>
                  <a:lnTo>
                    <a:pt x="390562" y="3453004"/>
                  </a:lnTo>
                  <a:lnTo>
                    <a:pt x="344494" y="3441427"/>
                  </a:lnTo>
                  <a:lnTo>
                    <a:pt x="299876" y="3425447"/>
                  </a:lnTo>
                  <a:lnTo>
                    <a:pt x="257028" y="3405197"/>
                  </a:lnTo>
                  <a:lnTo>
                    <a:pt x="216266" y="3380809"/>
                  </a:lnTo>
                  <a:lnTo>
                    <a:pt x="177911" y="3352414"/>
                  </a:lnTo>
                  <a:lnTo>
                    <a:pt x="142280" y="3320145"/>
                  </a:lnTo>
                  <a:lnTo>
                    <a:pt x="110010" y="3284514"/>
                  </a:lnTo>
                  <a:lnTo>
                    <a:pt x="81615" y="3246158"/>
                  </a:lnTo>
                  <a:lnTo>
                    <a:pt x="57227" y="3205396"/>
                  </a:lnTo>
                  <a:lnTo>
                    <a:pt x="36977" y="3162548"/>
                  </a:lnTo>
                  <a:lnTo>
                    <a:pt x="20997" y="3117930"/>
                  </a:lnTo>
                  <a:lnTo>
                    <a:pt x="9420" y="3071862"/>
                  </a:lnTo>
                  <a:lnTo>
                    <a:pt x="2377" y="3024662"/>
                  </a:lnTo>
                  <a:lnTo>
                    <a:pt x="0" y="2976649"/>
                  </a:lnTo>
                  <a:lnTo>
                    <a:pt x="0" y="485774"/>
                  </a:lnTo>
                  <a:lnTo>
                    <a:pt x="2377" y="437762"/>
                  </a:lnTo>
                  <a:lnTo>
                    <a:pt x="9420" y="390562"/>
                  </a:lnTo>
                  <a:lnTo>
                    <a:pt x="20997" y="344494"/>
                  </a:lnTo>
                  <a:lnTo>
                    <a:pt x="36977" y="299876"/>
                  </a:lnTo>
                  <a:lnTo>
                    <a:pt x="57227" y="257028"/>
                  </a:lnTo>
                  <a:lnTo>
                    <a:pt x="81615" y="216266"/>
                  </a:lnTo>
                  <a:lnTo>
                    <a:pt x="110010" y="177911"/>
                  </a:lnTo>
                  <a:lnTo>
                    <a:pt x="142280" y="142280"/>
                  </a:lnTo>
                  <a:lnTo>
                    <a:pt x="177911" y="110010"/>
                  </a:lnTo>
                  <a:lnTo>
                    <a:pt x="216266" y="81615"/>
                  </a:lnTo>
                  <a:lnTo>
                    <a:pt x="257028" y="57227"/>
                  </a:lnTo>
                  <a:lnTo>
                    <a:pt x="299876" y="36977"/>
                  </a:lnTo>
                  <a:lnTo>
                    <a:pt x="344494" y="20997"/>
                  </a:lnTo>
                  <a:lnTo>
                    <a:pt x="390562" y="9420"/>
                  </a:lnTo>
                  <a:lnTo>
                    <a:pt x="437762" y="2377"/>
                  </a:lnTo>
                  <a:lnTo>
                    <a:pt x="485774" y="0"/>
                  </a:lnTo>
                  <a:lnTo>
                    <a:pt x="3598755" y="0"/>
                  </a:lnTo>
                  <a:lnTo>
                    <a:pt x="3646768" y="2377"/>
                  </a:lnTo>
                  <a:lnTo>
                    <a:pt x="3693968" y="9420"/>
                  </a:lnTo>
                  <a:lnTo>
                    <a:pt x="3740036" y="20997"/>
                  </a:lnTo>
                  <a:lnTo>
                    <a:pt x="3784653" y="36977"/>
                  </a:lnTo>
                  <a:lnTo>
                    <a:pt x="3827502" y="57227"/>
                  </a:lnTo>
                  <a:lnTo>
                    <a:pt x="3868264" y="81615"/>
                  </a:lnTo>
                  <a:lnTo>
                    <a:pt x="3906619" y="110010"/>
                  </a:lnTo>
                  <a:lnTo>
                    <a:pt x="3942250" y="142280"/>
                  </a:lnTo>
                  <a:lnTo>
                    <a:pt x="3974520" y="177911"/>
                  </a:lnTo>
                  <a:lnTo>
                    <a:pt x="4002915" y="216266"/>
                  </a:lnTo>
                  <a:lnTo>
                    <a:pt x="4027303" y="257028"/>
                  </a:lnTo>
                  <a:lnTo>
                    <a:pt x="4047553" y="299876"/>
                  </a:lnTo>
                  <a:lnTo>
                    <a:pt x="4063533" y="344494"/>
                  </a:lnTo>
                  <a:lnTo>
                    <a:pt x="4075111" y="390562"/>
                  </a:lnTo>
                  <a:lnTo>
                    <a:pt x="4082154" y="437762"/>
                  </a:lnTo>
                  <a:lnTo>
                    <a:pt x="4084531" y="485774"/>
                  </a:lnTo>
                  <a:lnTo>
                    <a:pt x="4084531" y="2976649"/>
                  </a:lnTo>
                  <a:lnTo>
                    <a:pt x="4082154" y="3024662"/>
                  </a:lnTo>
                  <a:lnTo>
                    <a:pt x="4075111" y="3071862"/>
                  </a:lnTo>
                  <a:lnTo>
                    <a:pt x="4063533" y="3117930"/>
                  </a:lnTo>
                  <a:lnTo>
                    <a:pt x="4047553" y="3162548"/>
                  </a:lnTo>
                  <a:lnTo>
                    <a:pt x="4027303" y="3205396"/>
                  </a:lnTo>
                  <a:lnTo>
                    <a:pt x="4002915" y="3246158"/>
                  </a:lnTo>
                  <a:lnTo>
                    <a:pt x="3974520" y="3284514"/>
                  </a:lnTo>
                  <a:lnTo>
                    <a:pt x="3942250" y="3320145"/>
                  </a:lnTo>
                  <a:lnTo>
                    <a:pt x="3906619" y="3352414"/>
                  </a:lnTo>
                  <a:lnTo>
                    <a:pt x="3868264" y="3380809"/>
                  </a:lnTo>
                  <a:lnTo>
                    <a:pt x="3827502" y="3405197"/>
                  </a:lnTo>
                  <a:lnTo>
                    <a:pt x="3784653" y="3425447"/>
                  </a:lnTo>
                  <a:lnTo>
                    <a:pt x="3740036" y="3441427"/>
                  </a:lnTo>
                  <a:lnTo>
                    <a:pt x="3693968" y="3453004"/>
                  </a:lnTo>
                  <a:lnTo>
                    <a:pt x="3646768" y="3460047"/>
                  </a:lnTo>
                  <a:lnTo>
                    <a:pt x="3598765" y="3462424"/>
                  </a:lnTo>
                  <a:close/>
                </a:path>
              </a:pathLst>
            </a:custGeom>
            <a:solidFill>
              <a:srgbClr val="0986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533801" y="1474404"/>
              <a:ext cx="2362199" cy="7210424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1016000" y="3464816"/>
            <a:ext cx="4996180" cy="11347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7250" b="1" spc="250" dirty="0">
                <a:latin typeface="Trebuchet MS"/>
                <a:cs typeface="Trebuchet MS"/>
              </a:rPr>
              <a:t>P</a:t>
            </a:r>
            <a:r>
              <a:rPr sz="7250" b="1" spc="555" dirty="0">
                <a:latin typeface="Trebuchet MS"/>
                <a:cs typeface="Trebuchet MS"/>
              </a:rPr>
              <a:t>R</a:t>
            </a:r>
            <a:r>
              <a:rPr sz="7250" b="1" spc="185" dirty="0">
                <a:latin typeface="Trebuchet MS"/>
                <a:cs typeface="Trebuchet MS"/>
              </a:rPr>
              <a:t>O</a:t>
            </a:r>
            <a:r>
              <a:rPr sz="7250" b="1" spc="690" dirty="0">
                <a:latin typeface="Trebuchet MS"/>
                <a:cs typeface="Trebuchet MS"/>
              </a:rPr>
              <a:t>B</a:t>
            </a:r>
            <a:r>
              <a:rPr sz="7250" b="1" spc="265" dirty="0">
                <a:latin typeface="Trebuchet MS"/>
                <a:cs typeface="Trebuchet MS"/>
              </a:rPr>
              <a:t>L</a:t>
            </a:r>
            <a:r>
              <a:rPr sz="7250" b="1" spc="215" dirty="0">
                <a:latin typeface="Trebuchet MS"/>
                <a:cs typeface="Trebuchet MS"/>
              </a:rPr>
              <a:t>E</a:t>
            </a:r>
            <a:r>
              <a:rPr sz="7250" b="1" spc="805" dirty="0">
                <a:latin typeface="Trebuchet MS"/>
                <a:cs typeface="Trebuchet MS"/>
              </a:rPr>
              <a:t>M</a:t>
            </a:r>
            <a:r>
              <a:rPr sz="7250" b="1" spc="780" dirty="0">
                <a:latin typeface="Trebuchet MS"/>
                <a:cs typeface="Trebuchet MS"/>
              </a:rPr>
              <a:t>S</a:t>
            </a:r>
            <a:endParaRPr sz="7250">
              <a:latin typeface="Trebuchet MS"/>
              <a:cs typeface="Trebuchet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906606" y="1809097"/>
            <a:ext cx="3151505" cy="2238375"/>
          </a:xfrm>
          <a:prstGeom prst="rect">
            <a:avLst/>
          </a:prstGeom>
        </p:spPr>
        <p:txBody>
          <a:bodyPr vert="horz" wrap="square" lIns="0" tIns="2476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50"/>
              </a:spcBef>
            </a:pPr>
            <a:r>
              <a:rPr sz="3400" b="1" spc="105" dirty="0">
                <a:solidFill>
                  <a:srgbClr val="0986DE"/>
                </a:solidFill>
                <a:latin typeface="Trebuchet MS"/>
                <a:cs typeface="Trebuchet MS"/>
              </a:rPr>
              <a:t>P</a:t>
            </a:r>
            <a:r>
              <a:rPr sz="3400" b="1" spc="-40" dirty="0">
                <a:solidFill>
                  <a:srgbClr val="0986DE"/>
                </a:solidFill>
                <a:latin typeface="Trebuchet MS"/>
                <a:cs typeface="Trebuchet MS"/>
              </a:rPr>
              <a:t>r</a:t>
            </a:r>
            <a:r>
              <a:rPr sz="3400" b="1" spc="155" dirty="0">
                <a:solidFill>
                  <a:srgbClr val="0986DE"/>
                </a:solidFill>
                <a:latin typeface="Trebuchet MS"/>
                <a:cs typeface="Trebuchet MS"/>
              </a:rPr>
              <a:t>o</a:t>
            </a:r>
            <a:r>
              <a:rPr sz="3400" b="1" spc="215" dirty="0">
                <a:solidFill>
                  <a:srgbClr val="0986DE"/>
                </a:solidFill>
                <a:latin typeface="Trebuchet MS"/>
                <a:cs typeface="Trebuchet MS"/>
              </a:rPr>
              <a:t>b</a:t>
            </a:r>
            <a:r>
              <a:rPr sz="3400" b="1" spc="225" dirty="0">
                <a:solidFill>
                  <a:srgbClr val="0986DE"/>
                </a:solidFill>
                <a:latin typeface="Trebuchet MS"/>
                <a:cs typeface="Trebuchet MS"/>
              </a:rPr>
              <a:t>l</a:t>
            </a:r>
            <a:r>
              <a:rPr sz="3400" b="1" spc="114" dirty="0">
                <a:solidFill>
                  <a:srgbClr val="0986DE"/>
                </a:solidFill>
                <a:latin typeface="Trebuchet MS"/>
                <a:cs typeface="Trebuchet MS"/>
              </a:rPr>
              <a:t>e</a:t>
            </a:r>
            <a:r>
              <a:rPr sz="3400" b="1" spc="270" dirty="0">
                <a:solidFill>
                  <a:srgbClr val="0986DE"/>
                </a:solidFill>
                <a:latin typeface="Trebuchet MS"/>
                <a:cs typeface="Trebuchet MS"/>
              </a:rPr>
              <a:t>m</a:t>
            </a:r>
            <a:r>
              <a:rPr sz="3400" b="1" spc="-260" dirty="0">
                <a:solidFill>
                  <a:srgbClr val="0986DE"/>
                </a:solidFill>
                <a:latin typeface="Trebuchet MS"/>
                <a:cs typeface="Trebuchet MS"/>
              </a:rPr>
              <a:t> </a:t>
            </a:r>
            <a:r>
              <a:rPr sz="3400" b="1" spc="-135" dirty="0">
                <a:solidFill>
                  <a:srgbClr val="0986DE"/>
                </a:solidFill>
                <a:latin typeface="Trebuchet MS"/>
                <a:cs typeface="Trebuchet MS"/>
              </a:rPr>
              <a:t>1</a:t>
            </a:r>
            <a:endParaRPr sz="3400">
              <a:latin typeface="Trebuchet MS"/>
              <a:cs typeface="Trebuchet MS"/>
            </a:endParaRPr>
          </a:p>
          <a:p>
            <a:pPr marL="12700" marR="5080">
              <a:lnSpc>
                <a:spcPct val="113300"/>
              </a:lnSpc>
              <a:spcBef>
                <a:spcPts val="615"/>
              </a:spcBef>
            </a:pPr>
            <a:r>
              <a:rPr sz="1600" spc="-5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1600" spc="40" dirty="0">
                <a:solidFill>
                  <a:srgbClr val="FFFFFF"/>
                </a:solidFill>
                <a:latin typeface="Verdana"/>
                <a:cs typeface="Verdana"/>
              </a:rPr>
              <a:t>h</a:t>
            </a:r>
            <a:r>
              <a:rPr sz="1600" spc="7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1600" spc="-1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spc="40" dirty="0">
                <a:solidFill>
                  <a:srgbClr val="FFFFFF"/>
                </a:solidFill>
                <a:latin typeface="Verdana"/>
                <a:cs typeface="Verdana"/>
              </a:rPr>
              <a:t>sh</a:t>
            </a:r>
            <a:r>
              <a:rPr sz="1600" spc="70" dirty="0">
                <a:solidFill>
                  <a:srgbClr val="FFFFFF"/>
                </a:solidFill>
                <a:latin typeface="Verdana"/>
                <a:cs typeface="Verdana"/>
              </a:rPr>
              <a:t>ee</a:t>
            </a:r>
            <a:r>
              <a:rPr sz="1600" spc="10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1600" spc="-1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spc="-60" dirty="0">
                <a:solidFill>
                  <a:srgbClr val="FFFFFF"/>
                </a:solidFill>
                <a:latin typeface="Verdana"/>
                <a:cs typeface="Verdana"/>
              </a:rPr>
              <a:t>v</a:t>
            </a:r>
            <a:r>
              <a:rPr sz="1600" spc="75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1600" spc="-20" dirty="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1600" spc="30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1600" spc="80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1600" spc="7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1600" spc="-1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spc="75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1600" spc="100" dirty="0">
                <a:solidFill>
                  <a:srgbClr val="FFFFFF"/>
                </a:solidFill>
                <a:latin typeface="Verdana"/>
                <a:cs typeface="Verdana"/>
              </a:rPr>
              <a:t>f</a:t>
            </a:r>
            <a:r>
              <a:rPr sz="1600" spc="-1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spc="30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1600" spc="-60" dirty="0">
                <a:solidFill>
                  <a:srgbClr val="FFFFFF"/>
                </a:solidFill>
                <a:latin typeface="Verdana"/>
                <a:cs typeface="Verdana"/>
              </a:rPr>
              <a:t>v</a:t>
            </a:r>
            <a:r>
              <a:rPr sz="1600" spc="30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1600" spc="-20" dirty="0">
                <a:solidFill>
                  <a:srgbClr val="FFFFFF"/>
                </a:solidFill>
                <a:latin typeface="Verdana"/>
                <a:cs typeface="Verdana"/>
              </a:rPr>
              <a:t>il</a:t>
            </a:r>
            <a:r>
              <a:rPr sz="1600" spc="30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1600" spc="120" dirty="0">
                <a:solidFill>
                  <a:srgbClr val="FFFFFF"/>
                </a:solidFill>
                <a:latin typeface="Verdana"/>
                <a:cs typeface="Verdana"/>
              </a:rPr>
              <a:t>b</a:t>
            </a:r>
            <a:r>
              <a:rPr sz="1600" spc="-20" dirty="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1600" spc="55" dirty="0">
                <a:solidFill>
                  <a:srgbClr val="FFFFFF"/>
                </a:solidFill>
                <a:latin typeface="Verdana"/>
                <a:cs typeface="Verdana"/>
              </a:rPr>
              <a:t>e  </a:t>
            </a:r>
            <a:r>
              <a:rPr sz="1600" spc="95" dirty="0">
                <a:solidFill>
                  <a:srgbClr val="FFFFFF"/>
                </a:solidFill>
                <a:latin typeface="Verdana"/>
                <a:cs typeface="Verdana"/>
              </a:rPr>
              <a:t>f</a:t>
            </a:r>
            <a:r>
              <a:rPr sz="1600" spc="-20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1600" spc="40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1600" spc="30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1600" spc="40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1600" spc="175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sz="1600" spc="-20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1600" spc="30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1600" spc="-20" dirty="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1600" spc="-1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spc="120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1600" spc="30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1600" spc="65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1600" spc="3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1600" spc="-1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spc="175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sz="1600" spc="30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1600" spc="45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1600" spc="-1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spc="75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1600" spc="-60" dirty="0">
                <a:solidFill>
                  <a:srgbClr val="FFFFFF"/>
                </a:solidFill>
                <a:latin typeface="Verdana"/>
                <a:cs typeface="Verdana"/>
              </a:rPr>
              <a:t>v</a:t>
            </a:r>
            <a:r>
              <a:rPr sz="1600" spc="7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1600" spc="5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1600" spc="60" dirty="0">
                <a:solidFill>
                  <a:srgbClr val="FFFFFF"/>
                </a:solidFill>
                <a:latin typeface="Verdana"/>
                <a:cs typeface="Verdana"/>
              </a:rPr>
              <a:t>w</a:t>
            </a:r>
            <a:r>
              <a:rPr sz="1600" spc="40" dirty="0">
                <a:solidFill>
                  <a:srgbClr val="FFFFFF"/>
                </a:solidFill>
                <a:latin typeface="Verdana"/>
                <a:cs typeface="Verdana"/>
              </a:rPr>
              <a:t>h</a:t>
            </a:r>
            <a:r>
              <a:rPr sz="1600" spc="7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1600" spc="-20" dirty="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1600" spc="45" dirty="0">
                <a:solidFill>
                  <a:srgbClr val="FFFFFF"/>
                </a:solidFill>
                <a:latin typeface="Verdana"/>
                <a:cs typeface="Verdana"/>
              </a:rPr>
              <a:t>m  </a:t>
            </a:r>
            <a:r>
              <a:rPr sz="1600" dirty="0">
                <a:solidFill>
                  <a:srgbClr val="FFFFFF"/>
                </a:solidFill>
                <a:latin typeface="Verdana"/>
                <a:cs typeface="Verdana"/>
              </a:rPr>
              <a:t>users, </a:t>
            </a:r>
            <a:r>
              <a:rPr sz="1600" spc="35" dirty="0">
                <a:solidFill>
                  <a:srgbClr val="FFFFFF"/>
                </a:solidFill>
                <a:latin typeface="Verdana"/>
                <a:cs typeface="Verdana"/>
              </a:rPr>
              <a:t>making </a:t>
            </a:r>
            <a:r>
              <a:rPr sz="1600" spc="25" dirty="0">
                <a:solidFill>
                  <a:srgbClr val="FFFFFF"/>
                </a:solidFill>
                <a:latin typeface="Verdana"/>
                <a:cs typeface="Verdana"/>
              </a:rPr>
              <a:t>it </a:t>
            </a:r>
            <a:r>
              <a:rPr sz="1600" spc="60" dirty="0">
                <a:solidFill>
                  <a:srgbClr val="FFFFFF"/>
                </a:solidFill>
                <a:latin typeface="Verdana"/>
                <a:cs typeface="Verdana"/>
              </a:rPr>
              <a:t>difficult </a:t>
            </a:r>
            <a:r>
              <a:rPr sz="1600" spc="75" dirty="0">
                <a:solidFill>
                  <a:srgbClr val="FFFFFF"/>
                </a:solidFill>
                <a:latin typeface="Verdana"/>
                <a:cs typeface="Verdana"/>
              </a:rPr>
              <a:t>to </a:t>
            </a:r>
            <a:r>
              <a:rPr sz="1600" spc="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spc="-20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1600" spc="120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1600" spc="7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1600" spc="40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1600" spc="65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1600" spc="-20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1600" spc="95" dirty="0">
                <a:solidFill>
                  <a:srgbClr val="FFFFFF"/>
                </a:solidFill>
                <a:latin typeface="Verdana"/>
                <a:cs typeface="Verdana"/>
              </a:rPr>
              <a:t>f</a:t>
            </a:r>
            <a:r>
              <a:rPr sz="1600" spc="-60" dirty="0">
                <a:solidFill>
                  <a:srgbClr val="FFFFFF"/>
                </a:solidFill>
                <a:latin typeface="Verdana"/>
                <a:cs typeface="Verdana"/>
              </a:rPr>
              <a:t>y</a:t>
            </a:r>
            <a:r>
              <a:rPr sz="1600" spc="-1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spc="5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1600" spc="7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1600" spc="-20" dirty="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1600" spc="7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1600" spc="-60" dirty="0">
                <a:solidFill>
                  <a:srgbClr val="FFFFFF"/>
                </a:solidFill>
                <a:latin typeface="Verdana"/>
                <a:cs typeface="Verdana"/>
              </a:rPr>
              <a:t>v</a:t>
            </a:r>
            <a:r>
              <a:rPr sz="1600" spc="30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1600" spc="40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1600" spc="7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1600" spc="-1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spc="-20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1600" spc="40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1600" spc="95" dirty="0">
                <a:solidFill>
                  <a:srgbClr val="FFFFFF"/>
                </a:solidFill>
                <a:latin typeface="Verdana"/>
                <a:cs typeface="Verdana"/>
              </a:rPr>
              <a:t>f</a:t>
            </a:r>
            <a:r>
              <a:rPr sz="1600" spc="75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1600" spc="5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1600" spc="80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1600" spc="30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1600" spc="65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1600" spc="-20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1600" spc="75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1600" spc="30" dirty="0">
                <a:solidFill>
                  <a:srgbClr val="FFFFFF"/>
                </a:solidFill>
                <a:latin typeface="Verdana"/>
                <a:cs typeface="Verdana"/>
              </a:rPr>
              <a:t>n  </a:t>
            </a:r>
            <a:r>
              <a:rPr sz="1600" spc="65" dirty="0">
                <a:solidFill>
                  <a:srgbClr val="FFFFFF"/>
                </a:solidFill>
                <a:latin typeface="Verdana"/>
                <a:cs typeface="Verdana"/>
              </a:rPr>
              <a:t>and</a:t>
            </a:r>
            <a:r>
              <a:rPr sz="1600" spc="-1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spc="40" dirty="0">
                <a:solidFill>
                  <a:srgbClr val="FFFFFF"/>
                </a:solidFill>
                <a:latin typeface="Verdana"/>
                <a:cs typeface="Verdana"/>
              </a:rPr>
              <a:t>make</a:t>
            </a:r>
            <a:r>
              <a:rPr sz="1600" spc="-1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spc="30" dirty="0">
                <a:solidFill>
                  <a:srgbClr val="FFFFFF"/>
                </a:solidFill>
                <a:latin typeface="Verdana"/>
                <a:cs typeface="Verdana"/>
              </a:rPr>
              <a:t>decisions.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906606" y="5519317"/>
            <a:ext cx="3339465" cy="1962150"/>
          </a:xfrm>
          <a:prstGeom prst="rect">
            <a:avLst/>
          </a:prstGeom>
        </p:spPr>
        <p:txBody>
          <a:bodyPr vert="horz" wrap="square" lIns="0" tIns="2476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50"/>
              </a:spcBef>
            </a:pPr>
            <a:r>
              <a:rPr sz="3400" b="1" spc="105" dirty="0">
                <a:latin typeface="Trebuchet MS"/>
                <a:cs typeface="Trebuchet MS"/>
              </a:rPr>
              <a:t>P</a:t>
            </a:r>
            <a:r>
              <a:rPr sz="3400" b="1" spc="-40" dirty="0">
                <a:latin typeface="Trebuchet MS"/>
                <a:cs typeface="Trebuchet MS"/>
              </a:rPr>
              <a:t>r</a:t>
            </a:r>
            <a:r>
              <a:rPr sz="3400" b="1" spc="155" dirty="0">
                <a:latin typeface="Trebuchet MS"/>
                <a:cs typeface="Trebuchet MS"/>
              </a:rPr>
              <a:t>o</a:t>
            </a:r>
            <a:r>
              <a:rPr sz="3400" b="1" spc="215" dirty="0">
                <a:latin typeface="Trebuchet MS"/>
                <a:cs typeface="Trebuchet MS"/>
              </a:rPr>
              <a:t>b</a:t>
            </a:r>
            <a:r>
              <a:rPr sz="3400" b="1" spc="225" dirty="0">
                <a:latin typeface="Trebuchet MS"/>
                <a:cs typeface="Trebuchet MS"/>
              </a:rPr>
              <a:t>l</a:t>
            </a:r>
            <a:r>
              <a:rPr sz="3400" b="1" spc="114" dirty="0">
                <a:latin typeface="Trebuchet MS"/>
                <a:cs typeface="Trebuchet MS"/>
              </a:rPr>
              <a:t>e</a:t>
            </a:r>
            <a:r>
              <a:rPr sz="3400" b="1" spc="270" dirty="0">
                <a:latin typeface="Trebuchet MS"/>
                <a:cs typeface="Trebuchet MS"/>
              </a:rPr>
              <a:t>m</a:t>
            </a:r>
            <a:r>
              <a:rPr sz="3400" b="1" spc="-260" dirty="0">
                <a:latin typeface="Trebuchet MS"/>
                <a:cs typeface="Trebuchet MS"/>
              </a:rPr>
              <a:t> </a:t>
            </a:r>
            <a:r>
              <a:rPr sz="3400" b="1" spc="45" dirty="0">
                <a:latin typeface="Trebuchet MS"/>
                <a:cs typeface="Trebuchet MS"/>
              </a:rPr>
              <a:t>2</a:t>
            </a:r>
            <a:endParaRPr sz="3400">
              <a:latin typeface="Trebuchet MS"/>
              <a:cs typeface="Trebuchet MS"/>
            </a:endParaRPr>
          </a:p>
          <a:p>
            <a:pPr marL="12700" marR="5080">
              <a:lnSpc>
                <a:spcPct val="113300"/>
              </a:lnSpc>
              <a:spcBef>
                <a:spcPts val="615"/>
              </a:spcBef>
            </a:pPr>
            <a:r>
              <a:rPr sz="1600" spc="30" dirty="0">
                <a:latin typeface="Verdana"/>
                <a:cs typeface="Verdana"/>
              </a:rPr>
              <a:t>Users</a:t>
            </a:r>
            <a:r>
              <a:rPr sz="1600" spc="-140" dirty="0">
                <a:latin typeface="Verdana"/>
                <a:cs typeface="Verdana"/>
              </a:rPr>
              <a:t> </a:t>
            </a:r>
            <a:r>
              <a:rPr sz="1600" spc="15" dirty="0">
                <a:latin typeface="Verdana"/>
                <a:cs typeface="Verdana"/>
              </a:rPr>
              <a:t>may</a:t>
            </a:r>
            <a:r>
              <a:rPr sz="1600" spc="-140" dirty="0">
                <a:latin typeface="Verdana"/>
                <a:cs typeface="Verdana"/>
              </a:rPr>
              <a:t> </a:t>
            </a:r>
            <a:r>
              <a:rPr sz="1600" spc="95" dirty="0">
                <a:latin typeface="Verdana"/>
                <a:cs typeface="Verdana"/>
              </a:rPr>
              <a:t>be</a:t>
            </a:r>
            <a:r>
              <a:rPr sz="1600" spc="-140" dirty="0">
                <a:latin typeface="Verdana"/>
                <a:cs typeface="Verdana"/>
              </a:rPr>
              <a:t> </a:t>
            </a:r>
            <a:r>
              <a:rPr sz="1600" spc="40" dirty="0">
                <a:latin typeface="Verdana"/>
                <a:cs typeface="Verdana"/>
              </a:rPr>
              <a:t>hesitant</a:t>
            </a:r>
            <a:r>
              <a:rPr sz="1600" spc="-135" dirty="0">
                <a:latin typeface="Verdana"/>
                <a:cs typeface="Verdana"/>
              </a:rPr>
              <a:t> </a:t>
            </a:r>
            <a:r>
              <a:rPr sz="1600" spc="75" dirty="0">
                <a:latin typeface="Verdana"/>
                <a:cs typeface="Verdana"/>
              </a:rPr>
              <a:t>to</a:t>
            </a:r>
            <a:r>
              <a:rPr sz="1600" spc="-140" dirty="0">
                <a:latin typeface="Verdana"/>
                <a:cs typeface="Verdana"/>
              </a:rPr>
              <a:t> </a:t>
            </a:r>
            <a:r>
              <a:rPr sz="1600" spc="25" dirty="0">
                <a:latin typeface="Verdana"/>
                <a:cs typeface="Verdana"/>
              </a:rPr>
              <a:t>invest </a:t>
            </a:r>
            <a:r>
              <a:rPr sz="1600" spc="-545" dirty="0">
                <a:latin typeface="Verdana"/>
                <a:cs typeface="Verdana"/>
              </a:rPr>
              <a:t> </a:t>
            </a:r>
            <a:r>
              <a:rPr sz="1600" spc="-20" dirty="0">
                <a:latin typeface="Verdana"/>
                <a:cs typeface="Verdana"/>
              </a:rPr>
              <a:t>i</a:t>
            </a:r>
            <a:r>
              <a:rPr sz="1600" spc="45" dirty="0">
                <a:latin typeface="Verdana"/>
                <a:cs typeface="Verdana"/>
              </a:rPr>
              <a:t>n</a:t>
            </a:r>
            <a:r>
              <a:rPr sz="1600" spc="-135" dirty="0">
                <a:latin typeface="Verdana"/>
                <a:cs typeface="Verdana"/>
              </a:rPr>
              <a:t> </a:t>
            </a:r>
            <a:r>
              <a:rPr sz="1600" spc="65" dirty="0">
                <a:latin typeface="Verdana"/>
                <a:cs typeface="Verdana"/>
              </a:rPr>
              <a:t>t</a:t>
            </a:r>
            <a:r>
              <a:rPr sz="1600" spc="40" dirty="0">
                <a:latin typeface="Verdana"/>
                <a:cs typeface="Verdana"/>
              </a:rPr>
              <a:t>h</a:t>
            </a:r>
            <a:r>
              <a:rPr sz="1600" spc="75" dirty="0">
                <a:latin typeface="Verdana"/>
                <a:cs typeface="Verdana"/>
              </a:rPr>
              <a:t>e</a:t>
            </a:r>
            <a:r>
              <a:rPr sz="1600" spc="-135" dirty="0">
                <a:latin typeface="Verdana"/>
                <a:cs typeface="Verdana"/>
              </a:rPr>
              <a:t> </a:t>
            </a:r>
            <a:r>
              <a:rPr sz="1600" spc="40" dirty="0">
                <a:latin typeface="Verdana"/>
                <a:cs typeface="Verdana"/>
              </a:rPr>
              <a:t>s</a:t>
            </a:r>
            <a:r>
              <a:rPr sz="1600" spc="65" dirty="0">
                <a:latin typeface="Verdana"/>
                <a:cs typeface="Verdana"/>
              </a:rPr>
              <a:t>t</a:t>
            </a:r>
            <a:r>
              <a:rPr sz="1600" spc="75" dirty="0">
                <a:latin typeface="Verdana"/>
                <a:cs typeface="Verdana"/>
              </a:rPr>
              <a:t>o</a:t>
            </a:r>
            <a:r>
              <a:rPr sz="1600" spc="175" dirty="0">
                <a:latin typeface="Verdana"/>
                <a:cs typeface="Verdana"/>
              </a:rPr>
              <a:t>c</a:t>
            </a:r>
            <a:r>
              <a:rPr sz="1600" spc="-25" dirty="0">
                <a:latin typeface="Verdana"/>
                <a:cs typeface="Verdana"/>
              </a:rPr>
              <a:t>k</a:t>
            </a:r>
            <a:r>
              <a:rPr sz="1600" spc="-135" dirty="0">
                <a:latin typeface="Verdana"/>
                <a:cs typeface="Verdana"/>
              </a:rPr>
              <a:t> </a:t>
            </a:r>
            <a:r>
              <a:rPr sz="1600" spc="80" dirty="0">
                <a:latin typeface="Verdana"/>
                <a:cs typeface="Verdana"/>
              </a:rPr>
              <a:t>m</a:t>
            </a:r>
            <a:r>
              <a:rPr sz="1600" spc="30" dirty="0">
                <a:latin typeface="Verdana"/>
                <a:cs typeface="Verdana"/>
              </a:rPr>
              <a:t>a</a:t>
            </a:r>
            <a:r>
              <a:rPr sz="1600" spc="5" dirty="0">
                <a:latin typeface="Verdana"/>
                <a:cs typeface="Verdana"/>
              </a:rPr>
              <a:t>r</a:t>
            </a:r>
            <a:r>
              <a:rPr sz="1600" spc="-30" dirty="0">
                <a:latin typeface="Verdana"/>
                <a:cs typeface="Verdana"/>
              </a:rPr>
              <a:t>k</a:t>
            </a:r>
            <a:r>
              <a:rPr sz="1600" spc="70" dirty="0">
                <a:latin typeface="Verdana"/>
                <a:cs typeface="Verdana"/>
              </a:rPr>
              <a:t>et</a:t>
            </a:r>
            <a:r>
              <a:rPr sz="1600" spc="-135" dirty="0">
                <a:latin typeface="Verdana"/>
                <a:cs typeface="Verdana"/>
              </a:rPr>
              <a:t> </a:t>
            </a:r>
            <a:r>
              <a:rPr sz="1600" spc="120" dirty="0">
                <a:latin typeface="Verdana"/>
                <a:cs typeface="Verdana"/>
              </a:rPr>
              <a:t>d</a:t>
            </a:r>
            <a:r>
              <a:rPr sz="1600" spc="30" dirty="0">
                <a:latin typeface="Verdana"/>
                <a:cs typeface="Verdana"/>
              </a:rPr>
              <a:t>u</a:t>
            </a:r>
            <a:r>
              <a:rPr sz="1600" spc="75" dirty="0">
                <a:latin typeface="Verdana"/>
                <a:cs typeface="Verdana"/>
              </a:rPr>
              <a:t>e</a:t>
            </a:r>
            <a:r>
              <a:rPr sz="1600" spc="-135" dirty="0">
                <a:latin typeface="Verdana"/>
                <a:cs typeface="Verdana"/>
              </a:rPr>
              <a:t> </a:t>
            </a:r>
            <a:r>
              <a:rPr sz="1600" spc="65" dirty="0">
                <a:latin typeface="Verdana"/>
                <a:cs typeface="Verdana"/>
              </a:rPr>
              <a:t>t</a:t>
            </a:r>
            <a:r>
              <a:rPr sz="1600" spc="80" dirty="0">
                <a:latin typeface="Verdana"/>
                <a:cs typeface="Verdana"/>
              </a:rPr>
              <a:t>o</a:t>
            </a:r>
            <a:r>
              <a:rPr sz="1600" spc="-135" dirty="0">
                <a:latin typeface="Verdana"/>
                <a:cs typeface="Verdana"/>
              </a:rPr>
              <a:t> </a:t>
            </a:r>
            <a:r>
              <a:rPr sz="1600" spc="95" dirty="0">
                <a:latin typeface="Verdana"/>
                <a:cs typeface="Verdana"/>
              </a:rPr>
              <a:t>f</a:t>
            </a:r>
            <a:r>
              <a:rPr sz="1600" spc="70" dirty="0">
                <a:latin typeface="Verdana"/>
                <a:cs typeface="Verdana"/>
              </a:rPr>
              <a:t>e</a:t>
            </a:r>
            <a:r>
              <a:rPr sz="1600" spc="30" dirty="0">
                <a:latin typeface="Verdana"/>
                <a:cs typeface="Verdana"/>
              </a:rPr>
              <a:t>a</a:t>
            </a:r>
            <a:r>
              <a:rPr sz="1600" spc="10" dirty="0">
                <a:latin typeface="Verdana"/>
                <a:cs typeface="Verdana"/>
              </a:rPr>
              <a:t>r  </a:t>
            </a:r>
            <a:r>
              <a:rPr sz="1600" spc="90" dirty="0">
                <a:latin typeface="Verdana"/>
                <a:cs typeface="Verdana"/>
              </a:rPr>
              <a:t>of</a:t>
            </a:r>
            <a:r>
              <a:rPr sz="1600" spc="-140" dirty="0">
                <a:latin typeface="Verdana"/>
                <a:cs typeface="Verdana"/>
              </a:rPr>
              <a:t> </a:t>
            </a:r>
            <a:r>
              <a:rPr sz="1600" spc="35" dirty="0">
                <a:latin typeface="Verdana"/>
                <a:cs typeface="Verdana"/>
              </a:rPr>
              <a:t>losing</a:t>
            </a:r>
            <a:r>
              <a:rPr sz="1600" spc="-135" dirty="0">
                <a:latin typeface="Verdana"/>
                <a:cs typeface="Verdana"/>
              </a:rPr>
              <a:t> </a:t>
            </a:r>
            <a:r>
              <a:rPr sz="1600" spc="40" dirty="0">
                <a:latin typeface="Verdana"/>
                <a:cs typeface="Verdana"/>
              </a:rPr>
              <a:t>money</a:t>
            </a:r>
            <a:r>
              <a:rPr sz="1600" spc="-140" dirty="0">
                <a:latin typeface="Verdana"/>
                <a:cs typeface="Verdana"/>
              </a:rPr>
              <a:t> </a:t>
            </a:r>
            <a:r>
              <a:rPr sz="1600" spc="40" dirty="0">
                <a:latin typeface="Verdana"/>
                <a:cs typeface="Verdana"/>
              </a:rPr>
              <a:t>or</a:t>
            </a:r>
            <a:r>
              <a:rPr sz="1600" spc="-135" dirty="0">
                <a:latin typeface="Verdana"/>
                <a:cs typeface="Verdana"/>
              </a:rPr>
              <a:t> </a:t>
            </a:r>
            <a:r>
              <a:rPr sz="1600" spc="40" dirty="0">
                <a:latin typeface="Verdana"/>
                <a:cs typeface="Verdana"/>
              </a:rPr>
              <a:t>uncertainty </a:t>
            </a:r>
            <a:r>
              <a:rPr sz="1600" spc="45" dirty="0">
                <a:latin typeface="Verdana"/>
                <a:cs typeface="Verdana"/>
              </a:rPr>
              <a:t> </a:t>
            </a:r>
            <a:r>
              <a:rPr sz="1600" spc="65" dirty="0">
                <a:latin typeface="Verdana"/>
                <a:cs typeface="Verdana"/>
              </a:rPr>
              <a:t>about</a:t>
            </a:r>
            <a:r>
              <a:rPr sz="1600" spc="-140" dirty="0">
                <a:latin typeface="Verdana"/>
                <a:cs typeface="Verdana"/>
              </a:rPr>
              <a:t> </a:t>
            </a:r>
            <a:r>
              <a:rPr sz="1600" spc="40" dirty="0">
                <a:latin typeface="Verdana"/>
                <a:cs typeface="Verdana"/>
              </a:rPr>
              <a:t>market</a:t>
            </a:r>
            <a:r>
              <a:rPr sz="1600" spc="-140" dirty="0">
                <a:latin typeface="Verdana"/>
                <a:cs typeface="Verdana"/>
              </a:rPr>
              <a:t> </a:t>
            </a:r>
            <a:r>
              <a:rPr sz="1600" spc="35" dirty="0">
                <a:latin typeface="Verdana"/>
                <a:cs typeface="Verdana"/>
              </a:rPr>
              <a:t>conditions.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2203685" y="5519317"/>
            <a:ext cx="3315335" cy="1962150"/>
          </a:xfrm>
          <a:prstGeom prst="rect">
            <a:avLst/>
          </a:prstGeom>
        </p:spPr>
        <p:txBody>
          <a:bodyPr vert="horz" wrap="square" lIns="0" tIns="247650" rIns="0" bIns="0" rtlCol="0">
            <a:spAutoFit/>
          </a:bodyPr>
          <a:lstStyle/>
          <a:p>
            <a:pPr marL="44450">
              <a:lnSpc>
                <a:spcPct val="100000"/>
              </a:lnSpc>
              <a:spcBef>
                <a:spcPts val="1950"/>
              </a:spcBef>
            </a:pPr>
            <a:r>
              <a:rPr sz="3400" b="1" spc="105" dirty="0">
                <a:solidFill>
                  <a:srgbClr val="FFFFFF"/>
                </a:solidFill>
                <a:latin typeface="Trebuchet MS"/>
                <a:cs typeface="Trebuchet MS"/>
              </a:rPr>
              <a:t>P</a:t>
            </a:r>
            <a:r>
              <a:rPr sz="3400" b="1" spc="-40" dirty="0">
                <a:solidFill>
                  <a:srgbClr val="FFFFFF"/>
                </a:solidFill>
                <a:latin typeface="Trebuchet MS"/>
                <a:cs typeface="Trebuchet MS"/>
              </a:rPr>
              <a:t>r</a:t>
            </a:r>
            <a:r>
              <a:rPr sz="3400" b="1" spc="155" dirty="0">
                <a:solidFill>
                  <a:srgbClr val="FFFFFF"/>
                </a:solidFill>
                <a:latin typeface="Trebuchet MS"/>
                <a:cs typeface="Trebuchet MS"/>
              </a:rPr>
              <a:t>o</a:t>
            </a:r>
            <a:r>
              <a:rPr sz="3400" b="1" spc="215" dirty="0">
                <a:solidFill>
                  <a:srgbClr val="FFFFFF"/>
                </a:solidFill>
                <a:latin typeface="Trebuchet MS"/>
                <a:cs typeface="Trebuchet MS"/>
              </a:rPr>
              <a:t>b</a:t>
            </a:r>
            <a:r>
              <a:rPr sz="3400" b="1" spc="225" dirty="0">
                <a:solidFill>
                  <a:srgbClr val="FFFFFF"/>
                </a:solidFill>
                <a:latin typeface="Trebuchet MS"/>
                <a:cs typeface="Trebuchet MS"/>
              </a:rPr>
              <a:t>l</a:t>
            </a:r>
            <a:r>
              <a:rPr sz="3400" b="1" spc="114" dirty="0">
                <a:solidFill>
                  <a:srgbClr val="FFFFFF"/>
                </a:solidFill>
                <a:latin typeface="Trebuchet MS"/>
                <a:cs typeface="Trebuchet MS"/>
              </a:rPr>
              <a:t>e</a:t>
            </a:r>
            <a:r>
              <a:rPr sz="3400" b="1" spc="270" dirty="0">
                <a:solidFill>
                  <a:srgbClr val="FFFFFF"/>
                </a:solidFill>
                <a:latin typeface="Trebuchet MS"/>
                <a:cs typeface="Trebuchet MS"/>
              </a:rPr>
              <a:t>m</a:t>
            </a:r>
            <a:r>
              <a:rPr sz="3400" b="1" spc="-2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400" b="1" spc="-10" dirty="0">
                <a:solidFill>
                  <a:srgbClr val="FFFFFF"/>
                </a:solidFill>
                <a:latin typeface="Trebuchet MS"/>
                <a:cs typeface="Trebuchet MS"/>
              </a:rPr>
              <a:t>4</a:t>
            </a:r>
            <a:endParaRPr sz="3400">
              <a:latin typeface="Trebuchet MS"/>
              <a:cs typeface="Trebuchet MS"/>
            </a:endParaRPr>
          </a:p>
          <a:p>
            <a:pPr marL="12700" marR="5080">
              <a:lnSpc>
                <a:spcPct val="113300"/>
              </a:lnSpc>
              <a:spcBef>
                <a:spcPts val="615"/>
              </a:spcBef>
            </a:pPr>
            <a:r>
              <a:rPr sz="1600" spc="30" dirty="0">
                <a:solidFill>
                  <a:srgbClr val="FFFFFF"/>
                </a:solidFill>
                <a:latin typeface="Verdana"/>
                <a:cs typeface="Verdana"/>
              </a:rPr>
              <a:t>Users</a:t>
            </a:r>
            <a:r>
              <a:rPr sz="1600" spc="-1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spc="15" dirty="0">
                <a:solidFill>
                  <a:srgbClr val="FFFFFF"/>
                </a:solidFill>
                <a:latin typeface="Verdana"/>
                <a:cs typeface="Verdana"/>
              </a:rPr>
              <a:t>may</a:t>
            </a:r>
            <a:r>
              <a:rPr sz="1600" spc="-1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spc="65" dirty="0">
                <a:solidFill>
                  <a:srgbClr val="FFFFFF"/>
                </a:solidFill>
                <a:latin typeface="Verdana"/>
                <a:cs typeface="Verdana"/>
              </a:rPr>
              <a:t>not</a:t>
            </a:r>
            <a:r>
              <a:rPr sz="1600" spc="-1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spc="20" dirty="0">
                <a:solidFill>
                  <a:srgbClr val="FFFFFF"/>
                </a:solidFill>
                <a:latin typeface="Verdana"/>
                <a:cs typeface="Verdana"/>
              </a:rPr>
              <a:t>have</a:t>
            </a:r>
            <a:r>
              <a:rPr sz="1600" spc="-1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spc="60" dirty="0">
                <a:solidFill>
                  <a:srgbClr val="FFFFFF"/>
                </a:solidFill>
                <a:latin typeface="Verdana"/>
                <a:cs typeface="Verdana"/>
              </a:rPr>
              <a:t>the</a:t>
            </a:r>
            <a:r>
              <a:rPr sz="1600" spc="-1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spc="50" dirty="0">
                <a:solidFill>
                  <a:srgbClr val="FFFFFF"/>
                </a:solidFill>
                <a:latin typeface="Verdana"/>
                <a:cs typeface="Verdana"/>
              </a:rPr>
              <a:t>time</a:t>
            </a:r>
            <a:r>
              <a:rPr sz="1600" spc="-1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spc="40" dirty="0">
                <a:solidFill>
                  <a:srgbClr val="FFFFFF"/>
                </a:solidFill>
                <a:latin typeface="Verdana"/>
                <a:cs typeface="Verdana"/>
              </a:rPr>
              <a:t>or </a:t>
            </a:r>
            <a:r>
              <a:rPr sz="1600" spc="-5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spc="7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1600" spc="-50" dirty="0">
                <a:solidFill>
                  <a:srgbClr val="FFFFFF"/>
                </a:solidFill>
                <a:latin typeface="Verdana"/>
                <a:cs typeface="Verdana"/>
              </a:rPr>
              <a:t>x</a:t>
            </a:r>
            <a:r>
              <a:rPr sz="1600" spc="120" dirty="0">
                <a:solidFill>
                  <a:srgbClr val="FFFFFF"/>
                </a:solidFill>
                <a:latin typeface="Verdana"/>
                <a:cs typeface="Verdana"/>
              </a:rPr>
              <a:t>p</a:t>
            </a:r>
            <a:r>
              <a:rPr sz="1600" spc="7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1600" spc="5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1600" spc="65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1600" spc="-20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1600" spc="4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1600" spc="7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1600" spc="-1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spc="65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1600" spc="80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1600" spc="-1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spc="175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sz="1600" spc="75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1600" spc="40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1600" spc="120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1600" spc="30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1600" spc="175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sz="1600" spc="7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1600" spc="-1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spc="65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1600" spc="40" dirty="0">
                <a:solidFill>
                  <a:srgbClr val="FFFFFF"/>
                </a:solidFill>
                <a:latin typeface="Verdana"/>
                <a:cs typeface="Verdana"/>
              </a:rPr>
              <a:t>h</a:t>
            </a:r>
            <a:r>
              <a:rPr sz="1600" spc="75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1600" spc="5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1600" spc="75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1600" spc="30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1600" spc="95" dirty="0">
                <a:solidFill>
                  <a:srgbClr val="FFFFFF"/>
                </a:solidFill>
                <a:latin typeface="Verdana"/>
                <a:cs typeface="Verdana"/>
              </a:rPr>
              <a:t>g</a:t>
            </a:r>
            <a:r>
              <a:rPr sz="1600" spc="30" dirty="0">
                <a:solidFill>
                  <a:srgbClr val="FFFFFF"/>
                </a:solidFill>
                <a:latin typeface="Verdana"/>
                <a:cs typeface="Verdana"/>
              </a:rPr>
              <a:t>h  </a:t>
            </a:r>
            <a:r>
              <a:rPr sz="1600" spc="55" dirty="0">
                <a:solidFill>
                  <a:srgbClr val="FFFFFF"/>
                </a:solidFill>
                <a:latin typeface="Verdana"/>
                <a:cs typeface="Verdana"/>
              </a:rPr>
              <a:t>research </a:t>
            </a:r>
            <a:r>
              <a:rPr sz="1600" spc="65" dirty="0">
                <a:solidFill>
                  <a:srgbClr val="FFFFFF"/>
                </a:solidFill>
                <a:latin typeface="Verdana"/>
                <a:cs typeface="Verdana"/>
              </a:rPr>
              <a:t>and </a:t>
            </a:r>
            <a:r>
              <a:rPr sz="1600" spc="10" dirty="0">
                <a:solidFill>
                  <a:srgbClr val="FFFFFF"/>
                </a:solidFill>
                <a:latin typeface="Verdana"/>
                <a:cs typeface="Verdana"/>
              </a:rPr>
              <a:t>analysis </a:t>
            </a:r>
            <a:r>
              <a:rPr sz="1600" spc="90" dirty="0">
                <a:solidFill>
                  <a:srgbClr val="FFFFFF"/>
                </a:solidFill>
                <a:latin typeface="Verdana"/>
                <a:cs typeface="Verdana"/>
              </a:rPr>
              <a:t>of </a:t>
            </a:r>
            <a:r>
              <a:rPr sz="1600" spc="9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spc="20" dirty="0">
                <a:solidFill>
                  <a:srgbClr val="FFFFFF"/>
                </a:solidFill>
                <a:latin typeface="Verdana"/>
                <a:cs typeface="Verdana"/>
              </a:rPr>
              <a:t>individual</a:t>
            </a:r>
            <a:r>
              <a:rPr sz="1600" spc="-1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spc="25" dirty="0">
                <a:solidFill>
                  <a:srgbClr val="FFFFFF"/>
                </a:solidFill>
                <a:latin typeface="Verdana"/>
                <a:cs typeface="Verdana"/>
              </a:rPr>
              <a:t>stocks.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2203685" y="2044084"/>
            <a:ext cx="3340100" cy="18046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4450">
              <a:lnSpc>
                <a:spcPct val="100000"/>
              </a:lnSpc>
              <a:spcBef>
                <a:spcPts val="100"/>
              </a:spcBef>
            </a:pPr>
            <a:r>
              <a:rPr sz="3400" b="1" spc="105" dirty="0">
                <a:solidFill>
                  <a:srgbClr val="0986DE"/>
                </a:solidFill>
                <a:latin typeface="Trebuchet MS"/>
                <a:cs typeface="Trebuchet MS"/>
              </a:rPr>
              <a:t>P</a:t>
            </a:r>
            <a:r>
              <a:rPr sz="3400" b="1" spc="-40" dirty="0">
                <a:solidFill>
                  <a:srgbClr val="0986DE"/>
                </a:solidFill>
                <a:latin typeface="Trebuchet MS"/>
                <a:cs typeface="Trebuchet MS"/>
              </a:rPr>
              <a:t>r</a:t>
            </a:r>
            <a:r>
              <a:rPr sz="3400" b="1" spc="155" dirty="0">
                <a:solidFill>
                  <a:srgbClr val="0986DE"/>
                </a:solidFill>
                <a:latin typeface="Trebuchet MS"/>
                <a:cs typeface="Trebuchet MS"/>
              </a:rPr>
              <a:t>o</a:t>
            </a:r>
            <a:r>
              <a:rPr sz="3400" b="1" spc="215" dirty="0">
                <a:solidFill>
                  <a:srgbClr val="0986DE"/>
                </a:solidFill>
                <a:latin typeface="Trebuchet MS"/>
                <a:cs typeface="Trebuchet MS"/>
              </a:rPr>
              <a:t>b</a:t>
            </a:r>
            <a:r>
              <a:rPr sz="3400" b="1" spc="225" dirty="0">
                <a:solidFill>
                  <a:srgbClr val="0986DE"/>
                </a:solidFill>
                <a:latin typeface="Trebuchet MS"/>
                <a:cs typeface="Trebuchet MS"/>
              </a:rPr>
              <a:t>l</a:t>
            </a:r>
            <a:r>
              <a:rPr sz="3400" b="1" spc="114" dirty="0">
                <a:solidFill>
                  <a:srgbClr val="0986DE"/>
                </a:solidFill>
                <a:latin typeface="Trebuchet MS"/>
                <a:cs typeface="Trebuchet MS"/>
              </a:rPr>
              <a:t>e</a:t>
            </a:r>
            <a:r>
              <a:rPr sz="3400" b="1" spc="270" dirty="0">
                <a:solidFill>
                  <a:srgbClr val="0986DE"/>
                </a:solidFill>
                <a:latin typeface="Trebuchet MS"/>
                <a:cs typeface="Trebuchet MS"/>
              </a:rPr>
              <a:t>m</a:t>
            </a:r>
            <a:r>
              <a:rPr sz="3400" b="1" spc="-260" dirty="0">
                <a:solidFill>
                  <a:srgbClr val="0986DE"/>
                </a:solidFill>
                <a:latin typeface="Trebuchet MS"/>
                <a:cs typeface="Trebuchet MS"/>
              </a:rPr>
              <a:t> </a:t>
            </a:r>
            <a:r>
              <a:rPr sz="3400" b="1" spc="-25" dirty="0">
                <a:solidFill>
                  <a:srgbClr val="0986DE"/>
                </a:solidFill>
                <a:latin typeface="Trebuchet MS"/>
                <a:cs typeface="Trebuchet MS"/>
              </a:rPr>
              <a:t>3</a:t>
            </a:r>
            <a:endParaRPr sz="3400">
              <a:latin typeface="Trebuchet MS"/>
              <a:cs typeface="Trebuchet MS"/>
            </a:endParaRPr>
          </a:p>
          <a:p>
            <a:pPr marL="12700" marR="5080">
              <a:lnSpc>
                <a:spcPct val="113300"/>
              </a:lnSpc>
              <a:spcBef>
                <a:spcPts val="1225"/>
              </a:spcBef>
            </a:pPr>
            <a:r>
              <a:rPr sz="1600" dirty="0">
                <a:latin typeface="Verdana"/>
                <a:cs typeface="Verdana"/>
              </a:rPr>
              <a:t>U</a:t>
            </a:r>
            <a:r>
              <a:rPr sz="1600" spc="40" dirty="0">
                <a:latin typeface="Verdana"/>
                <a:cs typeface="Verdana"/>
              </a:rPr>
              <a:t>s</a:t>
            </a:r>
            <a:r>
              <a:rPr sz="1600" spc="70" dirty="0">
                <a:latin typeface="Verdana"/>
                <a:cs typeface="Verdana"/>
              </a:rPr>
              <a:t>e</a:t>
            </a:r>
            <a:r>
              <a:rPr sz="1600" spc="5" dirty="0">
                <a:latin typeface="Verdana"/>
                <a:cs typeface="Verdana"/>
              </a:rPr>
              <a:t>r</a:t>
            </a:r>
            <a:r>
              <a:rPr sz="1600" spc="45" dirty="0">
                <a:latin typeface="Verdana"/>
                <a:cs typeface="Verdana"/>
              </a:rPr>
              <a:t>s</a:t>
            </a:r>
            <a:r>
              <a:rPr sz="1600" spc="-135" dirty="0">
                <a:latin typeface="Verdana"/>
                <a:cs typeface="Verdana"/>
              </a:rPr>
              <a:t> </a:t>
            </a:r>
            <a:r>
              <a:rPr sz="1600" spc="80" dirty="0">
                <a:latin typeface="Verdana"/>
                <a:cs typeface="Verdana"/>
              </a:rPr>
              <a:t>m</a:t>
            </a:r>
            <a:r>
              <a:rPr sz="1600" spc="30" dirty="0">
                <a:latin typeface="Verdana"/>
                <a:cs typeface="Verdana"/>
              </a:rPr>
              <a:t>a</a:t>
            </a:r>
            <a:r>
              <a:rPr sz="1600" spc="-60" dirty="0">
                <a:latin typeface="Verdana"/>
                <a:cs typeface="Verdana"/>
              </a:rPr>
              <a:t>y</a:t>
            </a:r>
            <a:r>
              <a:rPr sz="1600" spc="-135" dirty="0">
                <a:latin typeface="Verdana"/>
                <a:cs typeface="Verdana"/>
              </a:rPr>
              <a:t> </a:t>
            </a:r>
            <a:r>
              <a:rPr sz="1600" spc="40" dirty="0">
                <a:latin typeface="Verdana"/>
                <a:cs typeface="Verdana"/>
              </a:rPr>
              <a:t>s</a:t>
            </a:r>
            <a:r>
              <a:rPr sz="1600" spc="65" dirty="0">
                <a:latin typeface="Verdana"/>
                <a:cs typeface="Verdana"/>
              </a:rPr>
              <a:t>t</a:t>
            </a:r>
            <a:r>
              <a:rPr sz="1600" spc="5" dirty="0">
                <a:latin typeface="Verdana"/>
                <a:cs typeface="Verdana"/>
              </a:rPr>
              <a:t>r</a:t>
            </a:r>
            <a:r>
              <a:rPr sz="1600" spc="30" dirty="0">
                <a:latin typeface="Verdana"/>
                <a:cs typeface="Verdana"/>
              </a:rPr>
              <a:t>u</a:t>
            </a:r>
            <a:r>
              <a:rPr sz="1600" spc="95" dirty="0">
                <a:latin typeface="Verdana"/>
                <a:cs typeface="Verdana"/>
              </a:rPr>
              <a:t>gg</a:t>
            </a:r>
            <a:r>
              <a:rPr sz="1600" spc="-20" dirty="0">
                <a:latin typeface="Verdana"/>
                <a:cs typeface="Verdana"/>
              </a:rPr>
              <a:t>l</a:t>
            </a:r>
            <a:r>
              <a:rPr sz="1600" spc="75" dirty="0">
                <a:latin typeface="Verdana"/>
                <a:cs typeface="Verdana"/>
              </a:rPr>
              <a:t>e</a:t>
            </a:r>
            <a:r>
              <a:rPr sz="1600" spc="-135" dirty="0">
                <a:latin typeface="Verdana"/>
                <a:cs typeface="Verdana"/>
              </a:rPr>
              <a:t> </a:t>
            </a:r>
            <a:r>
              <a:rPr sz="1600" spc="65" dirty="0">
                <a:latin typeface="Verdana"/>
                <a:cs typeface="Verdana"/>
              </a:rPr>
              <a:t>t</a:t>
            </a:r>
            <a:r>
              <a:rPr sz="1600" spc="80" dirty="0">
                <a:latin typeface="Verdana"/>
                <a:cs typeface="Verdana"/>
              </a:rPr>
              <a:t>o</a:t>
            </a:r>
            <a:r>
              <a:rPr sz="1600" spc="-135" dirty="0">
                <a:latin typeface="Verdana"/>
                <a:cs typeface="Verdana"/>
              </a:rPr>
              <a:t> </a:t>
            </a:r>
            <a:r>
              <a:rPr sz="1600" spc="-20" dirty="0">
                <a:latin typeface="Verdana"/>
                <a:cs typeface="Verdana"/>
              </a:rPr>
              <a:t>i</a:t>
            </a:r>
            <a:r>
              <a:rPr sz="1600" spc="40" dirty="0">
                <a:latin typeface="Verdana"/>
                <a:cs typeface="Verdana"/>
              </a:rPr>
              <a:t>n</a:t>
            </a:r>
            <a:r>
              <a:rPr sz="1600" spc="65" dirty="0">
                <a:latin typeface="Verdana"/>
                <a:cs typeface="Verdana"/>
              </a:rPr>
              <a:t>t</a:t>
            </a:r>
            <a:r>
              <a:rPr sz="1600" spc="70" dirty="0">
                <a:latin typeface="Verdana"/>
                <a:cs typeface="Verdana"/>
              </a:rPr>
              <a:t>e</a:t>
            </a:r>
            <a:r>
              <a:rPr sz="1600" spc="5" dirty="0">
                <a:latin typeface="Verdana"/>
                <a:cs typeface="Verdana"/>
              </a:rPr>
              <a:t>r</a:t>
            </a:r>
            <a:r>
              <a:rPr sz="1600" spc="120" dirty="0">
                <a:latin typeface="Verdana"/>
                <a:cs typeface="Verdana"/>
              </a:rPr>
              <a:t>p</a:t>
            </a:r>
            <a:r>
              <a:rPr sz="1600" spc="5" dirty="0">
                <a:latin typeface="Verdana"/>
                <a:cs typeface="Verdana"/>
              </a:rPr>
              <a:t>r</a:t>
            </a:r>
            <a:r>
              <a:rPr sz="1600" spc="70" dirty="0">
                <a:latin typeface="Verdana"/>
                <a:cs typeface="Verdana"/>
              </a:rPr>
              <a:t>e</a:t>
            </a:r>
            <a:r>
              <a:rPr sz="1600" spc="65" dirty="0">
                <a:latin typeface="Verdana"/>
                <a:cs typeface="Verdana"/>
              </a:rPr>
              <a:t>t  and </a:t>
            </a:r>
            <a:r>
              <a:rPr sz="1600" spc="40" dirty="0">
                <a:latin typeface="Verdana"/>
                <a:cs typeface="Verdana"/>
              </a:rPr>
              <a:t>apply </a:t>
            </a:r>
            <a:r>
              <a:rPr sz="1600" spc="60" dirty="0">
                <a:latin typeface="Verdana"/>
                <a:cs typeface="Verdana"/>
              </a:rPr>
              <a:t>technical </a:t>
            </a:r>
            <a:r>
              <a:rPr sz="1600" spc="50" dirty="0">
                <a:latin typeface="Verdana"/>
                <a:cs typeface="Verdana"/>
              </a:rPr>
              <a:t>indicators </a:t>
            </a:r>
            <a:r>
              <a:rPr sz="1600" spc="-550" dirty="0">
                <a:latin typeface="Verdana"/>
                <a:cs typeface="Verdana"/>
              </a:rPr>
              <a:t> </a:t>
            </a:r>
            <a:r>
              <a:rPr sz="1600" spc="65" dirty="0">
                <a:latin typeface="Verdana"/>
                <a:cs typeface="Verdana"/>
              </a:rPr>
              <a:t>and </a:t>
            </a:r>
            <a:r>
              <a:rPr sz="1600" spc="40" dirty="0">
                <a:latin typeface="Verdana"/>
                <a:cs typeface="Verdana"/>
              </a:rPr>
              <a:t>financial </a:t>
            </a:r>
            <a:r>
              <a:rPr sz="1600" spc="60" dirty="0">
                <a:latin typeface="Verdana"/>
                <a:cs typeface="Verdana"/>
              </a:rPr>
              <a:t>metrics </a:t>
            </a:r>
            <a:r>
              <a:rPr sz="1600" spc="15" dirty="0">
                <a:latin typeface="Verdana"/>
                <a:cs typeface="Verdana"/>
              </a:rPr>
              <a:t>in </a:t>
            </a:r>
            <a:r>
              <a:rPr sz="1600" spc="35" dirty="0">
                <a:latin typeface="Verdana"/>
                <a:cs typeface="Verdana"/>
              </a:rPr>
              <a:t>their </a:t>
            </a:r>
            <a:r>
              <a:rPr sz="1600" spc="40" dirty="0">
                <a:latin typeface="Verdana"/>
                <a:cs typeface="Verdana"/>
              </a:rPr>
              <a:t> investment</a:t>
            </a:r>
            <a:r>
              <a:rPr sz="1600" spc="-140" dirty="0">
                <a:latin typeface="Verdana"/>
                <a:cs typeface="Verdana"/>
              </a:rPr>
              <a:t> </a:t>
            </a:r>
            <a:r>
              <a:rPr sz="1600" spc="30" dirty="0">
                <a:latin typeface="Verdana"/>
                <a:cs typeface="Verdana"/>
              </a:rPr>
              <a:t>decisions.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title"/>
          </p:nvPr>
        </p:nvSpPr>
        <p:spPr>
          <a:xfrm>
            <a:off x="1005703" y="642429"/>
            <a:ext cx="1734820" cy="605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800" b="0" spc="114" dirty="0">
                <a:solidFill>
                  <a:srgbClr val="000000"/>
                </a:solidFill>
                <a:latin typeface="Verdana"/>
                <a:cs typeface="Verdana"/>
              </a:rPr>
              <a:t>Page</a:t>
            </a:r>
            <a:r>
              <a:rPr sz="2800" b="0" spc="85" dirty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sz="5700" spc="142" baseline="-6578" dirty="0">
                <a:solidFill>
                  <a:srgbClr val="0986DE"/>
                </a:solidFill>
              </a:rPr>
              <a:t>06</a:t>
            </a:r>
            <a:endParaRPr sz="5700" baseline="-6578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0986DE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1028700" y="715768"/>
            <a:ext cx="16325850" cy="9571355"/>
            <a:chOff x="1028700" y="715768"/>
            <a:chExt cx="16325850" cy="9571355"/>
          </a:xfrm>
        </p:grpSpPr>
        <p:sp>
          <p:nvSpPr>
            <p:cNvPr id="4" name="object 4"/>
            <p:cNvSpPr/>
            <p:nvPr/>
          </p:nvSpPr>
          <p:spPr>
            <a:xfrm>
              <a:off x="1028700" y="9248774"/>
              <a:ext cx="16230600" cy="0"/>
            </a:xfrm>
            <a:custGeom>
              <a:avLst/>
              <a:gdLst/>
              <a:ahLst/>
              <a:cxnLst/>
              <a:rect l="l" t="t" r="r" b="b"/>
              <a:pathLst>
                <a:path w="16230600">
                  <a:moveTo>
                    <a:pt x="0" y="0"/>
                  </a:moveTo>
                  <a:lnTo>
                    <a:pt x="16230598" y="0"/>
                  </a:lnTo>
                </a:path>
              </a:pathLst>
            </a:custGeom>
            <a:ln w="1904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160528" y="9144681"/>
              <a:ext cx="695325" cy="189230"/>
            </a:xfrm>
            <a:custGeom>
              <a:avLst/>
              <a:gdLst/>
              <a:ahLst/>
              <a:cxnLst/>
              <a:rect l="l" t="t" r="r" b="b"/>
              <a:pathLst>
                <a:path w="695325" h="189229">
                  <a:moveTo>
                    <a:pt x="695224" y="189136"/>
                  </a:moveTo>
                  <a:lnTo>
                    <a:pt x="0" y="189136"/>
                  </a:lnTo>
                  <a:lnTo>
                    <a:pt x="0" y="0"/>
                  </a:lnTo>
                  <a:lnTo>
                    <a:pt x="695224" y="0"/>
                  </a:lnTo>
                  <a:lnTo>
                    <a:pt x="695224" y="18913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435996" y="715768"/>
              <a:ext cx="4210049" cy="957123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028700" y="5143499"/>
              <a:ext cx="3883025" cy="3291840"/>
            </a:xfrm>
            <a:custGeom>
              <a:avLst/>
              <a:gdLst/>
              <a:ahLst/>
              <a:cxnLst/>
              <a:rect l="l" t="t" r="r" b="b"/>
              <a:pathLst>
                <a:path w="3883025" h="3291840">
                  <a:moveTo>
                    <a:pt x="3396825" y="3291241"/>
                  </a:moveTo>
                  <a:lnTo>
                    <a:pt x="485766" y="3291241"/>
                  </a:lnTo>
                  <a:lnTo>
                    <a:pt x="438991" y="3289018"/>
                  </a:lnTo>
                  <a:lnTo>
                    <a:pt x="393466" y="3282482"/>
                  </a:lnTo>
                  <a:lnTo>
                    <a:pt x="349402" y="3271838"/>
                  </a:lnTo>
                  <a:lnTo>
                    <a:pt x="307004" y="3257290"/>
                  </a:lnTo>
                  <a:lnTo>
                    <a:pt x="266475" y="3239041"/>
                  </a:lnTo>
                  <a:lnTo>
                    <a:pt x="228018" y="3217294"/>
                  </a:lnTo>
                  <a:lnTo>
                    <a:pt x="191838" y="3192253"/>
                  </a:lnTo>
                  <a:lnTo>
                    <a:pt x="158137" y="3164122"/>
                  </a:lnTo>
                  <a:lnTo>
                    <a:pt x="127119" y="3133104"/>
                  </a:lnTo>
                  <a:lnTo>
                    <a:pt x="98988" y="3099403"/>
                  </a:lnTo>
                  <a:lnTo>
                    <a:pt x="73947" y="3063222"/>
                  </a:lnTo>
                  <a:lnTo>
                    <a:pt x="52200" y="3024766"/>
                  </a:lnTo>
                  <a:lnTo>
                    <a:pt x="33951" y="2984237"/>
                  </a:lnTo>
                  <a:lnTo>
                    <a:pt x="19402" y="2941838"/>
                  </a:lnTo>
                  <a:lnTo>
                    <a:pt x="8759" y="2897775"/>
                  </a:lnTo>
                  <a:lnTo>
                    <a:pt x="2223" y="2852250"/>
                  </a:lnTo>
                  <a:lnTo>
                    <a:pt x="0" y="2805467"/>
                  </a:lnTo>
                  <a:lnTo>
                    <a:pt x="0" y="485774"/>
                  </a:lnTo>
                  <a:lnTo>
                    <a:pt x="2223" y="438991"/>
                  </a:lnTo>
                  <a:lnTo>
                    <a:pt x="8759" y="393466"/>
                  </a:lnTo>
                  <a:lnTo>
                    <a:pt x="19402" y="349402"/>
                  </a:lnTo>
                  <a:lnTo>
                    <a:pt x="33951" y="307004"/>
                  </a:lnTo>
                  <a:lnTo>
                    <a:pt x="52200" y="266475"/>
                  </a:lnTo>
                  <a:lnTo>
                    <a:pt x="73947" y="228018"/>
                  </a:lnTo>
                  <a:lnTo>
                    <a:pt x="98988" y="191838"/>
                  </a:lnTo>
                  <a:lnTo>
                    <a:pt x="127119" y="158137"/>
                  </a:lnTo>
                  <a:lnTo>
                    <a:pt x="158137" y="127119"/>
                  </a:lnTo>
                  <a:lnTo>
                    <a:pt x="191838" y="98988"/>
                  </a:lnTo>
                  <a:lnTo>
                    <a:pt x="228018" y="73947"/>
                  </a:lnTo>
                  <a:lnTo>
                    <a:pt x="266475" y="52200"/>
                  </a:lnTo>
                  <a:lnTo>
                    <a:pt x="307004" y="33951"/>
                  </a:lnTo>
                  <a:lnTo>
                    <a:pt x="349402" y="19402"/>
                  </a:lnTo>
                  <a:lnTo>
                    <a:pt x="393466" y="8759"/>
                  </a:lnTo>
                  <a:lnTo>
                    <a:pt x="438991" y="2223"/>
                  </a:lnTo>
                  <a:lnTo>
                    <a:pt x="485773" y="0"/>
                  </a:lnTo>
                  <a:lnTo>
                    <a:pt x="3396818" y="0"/>
                  </a:lnTo>
                  <a:lnTo>
                    <a:pt x="3443599" y="2223"/>
                  </a:lnTo>
                  <a:lnTo>
                    <a:pt x="3489124" y="8759"/>
                  </a:lnTo>
                  <a:lnTo>
                    <a:pt x="3533188" y="19402"/>
                  </a:lnTo>
                  <a:lnTo>
                    <a:pt x="3575586" y="33951"/>
                  </a:lnTo>
                  <a:lnTo>
                    <a:pt x="3616115" y="52200"/>
                  </a:lnTo>
                  <a:lnTo>
                    <a:pt x="3654572" y="73947"/>
                  </a:lnTo>
                  <a:lnTo>
                    <a:pt x="3690752" y="98988"/>
                  </a:lnTo>
                  <a:lnTo>
                    <a:pt x="3724454" y="127119"/>
                  </a:lnTo>
                  <a:lnTo>
                    <a:pt x="3755471" y="158137"/>
                  </a:lnTo>
                  <a:lnTo>
                    <a:pt x="3783603" y="191838"/>
                  </a:lnTo>
                  <a:lnTo>
                    <a:pt x="3808643" y="228018"/>
                  </a:lnTo>
                  <a:lnTo>
                    <a:pt x="3830390" y="266475"/>
                  </a:lnTo>
                  <a:lnTo>
                    <a:pt x="3848640" y="307004"/>
                  </a:lnTo>
                  <a:lnTo>
                    <a:pt x="3863188" y="349402"/>
                  </a:lnTo>
                  <a:lnTo>
                    <a:pt x="3873832" y="393466"/>
                  </a:lnTo>
                  <a:lnTo>
                    <a:pt x="3880367" y="438991"/>
                  </a:lnTo>
                  <a:lnTo>
                    <a:pt x="3882591" y="485774"/>
                  </a:lnTo>
                  <a:lnTo>
                    <a:pt x="3882591" y="2805467"/>
                  </a:lnTo>
                  <a:lnTo>
                    <a:pt x="3880367" y="2852250"/>
                  </a:lnTo>
                  <a:lnTo>
                    <a:pt x="3873832" y="2897775"/>
                  </a:lnTo>
                  <a:lnTo>
                    <a:pt x="3863188" y="2941838"/>
                  </a:lnTo>
                  <a:lnTo>
                    <a:pt x="3848640" y="2984237"/>
                  </a:lnTo>
                  <a:lnTo>
                    <a:pt x="3830390" y="3024766"/>
                  </a:lnTo>
                  <a:lnTo>
                    <a:pt x="3808643" y="3063222"/>
                  </a:lnTo>
                  <a:lnTo>
                    <a:pt x="3783603" y="3099403"/>
                  </a:lnTo>
                  <a:lnTo>
                    <a:pt x="3755471" y="3133104"/>
                  </a:lnTo>
                  <a:lnTo>
                    <a:pt x="3724454" y="3164122"/>
                  </a:lnTo>
                  <a:lnTo>
                    <a:pt x="3690752" y="3192253"/>
                  </a:lnTo>
                  <a:lnTo>
                    <a:pt x="3654572" y="3217294"/>
                  </a:lnTo>
                  <a:lnTo>
                    <a:pt x="3616115" y="3239041"/>
                  </a:lnTo>
                  <a:lnTo>
                    <a:pt x="3575586" y="3257290"/>
                  </a:lnTo>
                  <a:lnTo>
                    <a:pt x="3533188" y="3271838"/>
                  </a:lnTo>
                  <a:lnTo>
                    <a:pt x="3489124" y="3282482"/>
                  </a:lnTo>
                  <a:lnTo>
                    <a:pt x="3443599" y="3289018"/>
                  </a:lnTo>
                  <a:lnTo>
                    <a:pt x="3396825" y="329124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152464" y="5566044"/>
              <a:ext cx="3874135" cy="2868930"/>
            </a:xfrm>
            <a:custGeom>
              <a:avLst/>
              <a:gdLst/>
              <a:ahLst/>
              <a:cxnLst/>
              <a:rect l="l" t="t" r="r" b="b"/>
              <a:pathLst>
                <a:path w="3874134" h="2868929">
                  <a:moveTo>
                    <a:pt x="3869134" y="0"/>
                  </a:moveTo>
                  <a:lnTo>
                    <a:pt x="3871496" y="16452"/>
                  </a:lnTo>
                  <a:lnTo>
                    <a:pt x="3873720" y="63234"/>
                  </a:lnTo>
                  <a:lnTo>
                    <a:pt x="3873720" y="2382859"/>
                  </a:lnTo>
                  <a:lnTo>
                    <a:pt x="3871496" y="2429641"/>
                  </a:lnTo>
                  <a:lnTo>
                    <a:pt x="3864961" y="2475165"/>
                  </a:lnTo>
                  <a:lnTo>
                    <a:pt x="3854317" y="2519227"/>
                  </a:lnTo>
                  <a:lnTo>
                    <a:pt x="3839769" y="2561624"/>
                  </a:lnTo>
                  <a:lnTo>
                    <a:pt x="3821521" y="2602152"/>
                  </a:lnTo>
                  <a:lnTo>
                    <a:pt x="3799774" y="2640608"/>
                  </a:lnTo>
                  <a:lnTo>
                    <a:pt x="3774734" y="2676787"/>
                  </a:lnTo>
                  <a:lnTo>
                    <a:pt x="3746604" y="2710487"/>
                  </a:lnTo>
                  <a:lnTo>
                    <a:pt x="3715587" y="2741504"/>
                  </a:lnTo>
                  <a:lnTo>
                    <a:pt x="3681887" y="2769635"/>
                  </a:lnTo>
                  <a:lnTo>
                    <a:pt x="3645707" y="2794675"/>
                  </a:lnTo>
                  <a:lnTo>
                    <a:pt x="3607251" y="2816421"/>
                  </a:lnTo>
                  <a:lnTo>
                    <a:pt x="3566723" y="2834670"/>
                  </a:lnTo>
                  <a:lnTo>
                    <a:pt x="3524327" y="2849218"/>
                  </a:lnTo>
                  <a:lnTo>
                    <a:pt x="3480264" y="2859861"/>
                  </a:lnTo>
                  <a:lnTo>
                    <a:pt x="3434740" y="2866397"/>
                  </a:lnTo>
                  <a:lnTo>
                    <a:pt x="3387958" y="2868620"/>
                  </a:lnTo>
                  <a:lnTo>
                    <a:pt x="477001" y="2868620"/>
                  </a:lnTo>
                  <a:lnTo>
                    <a:pt x="430219" y="2866397"/>
                  </a:lnTo>
                  <a:lnTo>
                    <a:pt x="384696" y="2859861"/>
                  </a:lnTo>
                  <a:lnTo>
                    <a:pt x="340633" y="2849218"/>
                  </a:lnTo>
                  <a:lnTo>
                    <a:pt x="298237" y="2834670"/>
                  </a:lnTo>
                  <a:lnTo>
                    <a:pt x="257708" y="2816421"/>
                  </a:lnTo>
                  <a:lnTo>
                    <a:pt x="219253" y="2794675"/>
                  </a:lnTo>
                  <a:lnTo>
                    <a:pt x="183073" y="2769635"/>
                  </a:lnTo>
                  <a:lnTo>
                    <a:pt x="149373" y="2741504"/>
                  </a:lnTo>
                  <a:lnTo>
                    <a:pt x="118356" y="2710487"/>
                  </a:lnTo>
                  <a:lnTo>
                    <a:pt x="90226" y="2676787"/>
                  </a:lnTo>
                  <a:lnTo>
                    <a:pt x="65186" y="2640608"/>
                  </a:lnTo>
                  <a:lnTo>
                    <a:pt x="43440" y="2602152"/>
                  </a:lnTo>
                  <a:lnTo>
                    <a:pt x="25191" y="2561624"/>
                  </a:lnTo>
                  <a:lnTo>
                    <a:pt x="10643" y="2519227"/>
                  </a:lnTo>
                  <a:lnTo>
                    <a:pt x="0" y="2475165"/>
                  </a:lnTo>
                </a:path>
              </a:pathLst>
            </a:custGeom>
            <a:ln w="1904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3376708" y="5143499"/>
              <a:ext cx="3883025" cy="3291840"/>
            </a:xfrm>
            <a:custGeom>
              <a:avLst/>
              <a:gdLst/>
              <a:ahLst/>
              <a:cxnLst/>
              <a:rect l="l" t="t" r="r" b="b"/>
              <a:pathLst>
                <a:path w="3883025" h="3291840">
                  <a:moveTo>
                    <a:pt x="3396824" y="3291241"/>
                  </a:moveTo>
                  <a:lnTo>
                    <a:pt x="485765" y="3291241"/>
                  </a:lnTo>
                  <a:lnTo>
                    <a:pt x="438990" y="3289018"/>
                  </a:lnTo>
                  <a:lnTo>
                    <a:pt x="393465" y="3282482"/>
                  </a:lnTo>
                  <a:lnTo>
                    <a:pt x="349402" y="3271838"/>
                  </a:lnTo>
                  <a:lnTo>
                    <a:pt x="307004" y="3257290"/>
                  </a:lnTo>
                  <a:lnTo>
                    <a:pt x="266474" y="3239041"/>
                  </a:lnTo>
                  <a:lnTo>
                    <a:pt x="228018" y="3217294"/>
                  </a:lnTo>
                  <a:lnTo>
                    <a:pt x="191837" y="3192253"/>
                  </a:lnTo>
                  <a:lnTo>
                    <a:pt x="158136" y="3164122"/>
                  </a:lnTo>
                  <a:lnTo>
                    <a:pt x="127118" y="3133104"/>
                  </a:lnTo>
                  <a:lnTo>
                    <a:pt x="98987" y="3099403"/>
                  </a:lnTo>
                  <a:lnTo>
                    <a:pt x="73946" y="3063222"/>
                  </a:lnTo>
                  <a:lnTo>
                    <a:pt x="52199" y="3024766"/>
                  </a:lnTo>
                  <a:lnTo>
                    <a:pt x="33950" y="2984237"/>
                  </a:lnTo>
                  <a:lnTo>
                    <a:pt x="19402" y="2941838"/>
                  </a:lnTo>
                  <a:lnTo>
                    <a:pt x="8758" y="2897775"/>
                  </a:lnTo>
                  <a:lnTo>
                    <a:pt x="2223" y="2852250"/>
                  </a:lnTo>
                  <a:lnTo>
                    <a:pt x="0" y="2805479"/>
                  </a:lnTo>
                  <a:lnTo>
                    <a:pt x="0" y="485761"/>
                  </a:lnTo>
                  <a:lnTo>
                    <a:pt x="2223" y="438991"/>
                  </a:lnTo>
                  <a:lnTo>
                    <a:pt x="8758" y="393466"/>
                  </a:lnTo>
                  <a:lnTo>
                    <a:pt x="19402" y="349402"/>
                  </a:lnTo>
                  <a:lnTo>
                    <a:pt x="33950" y="307004"/>
                  </a:lnTo>
                  <a:lnTo>
                    <a:pt x="52199" y="266475"/>
                  </a:lnTo>
                  <a:lnTo>
                    <a:pt x="73946" y="228018"/>
                  </a:lnTo>
                  <a:lnTo>
                    <a:pt x="98987" y="191838"/>
                  </a:lnTo>
                  <a:lnTo>
                    <a:pt x="127118" y="158137"/>
                  </a:lnTo>
                  <a:lnTo>
                    <a:pt x="158136" y="127119"/>
                  </a:lnTo>
                  <a:lnTo>
                    <a:pt x="191837" y="98988"/>
                  </a:lnTo>
                  <a:lnTo>
                    <a:pt x="228018" y="73947"/>
                  </a:lnTo>
                  <a:lnTo>
                    <a:pt x="266474" y="52200"/>
                  </a:lnTo>
                  <a:lnTo>
                    <a:pt x="307004" y="33951"/>
                  </a:lnTo>
                  <a:lnTo>
                    <a:pt x="349402" y="19402"/>
                  </a:lnTo>
                  <a:lnTo>
                    <a:pt x="393465" y="8759"/>
                  </a:lnTo>
                  <a:lnTo>
                    <a:pt x="438990" y="2223"/>
                  </a:lnTo>
                  <a:lnTo>
                    <a:pt x="485772" y="0"/>
                  </a:lnTo>
                  <a:lnTo>
                    <a:pt x="3396817" y="0"/>
                  </a:lnTo>
                  <a:lnTo>
                    <a:pt x="3443598" y="2223"/>
                  </a:lnTo>
                  <a:lnTo>
                    <a:pt x="3489124" y="8759"/>
                  </a:lnTo>
                  <a:lnTo>
                    <a:pt x="3533187" y="19402"/>
                  </a:lnTo>
                  <a:lnTo>
                    <a:pt x="3575585" y="33951"/>
                  </a:lnTo>
                  <a:lnTo>
                    <a:pt x="3616114" y="52200"/>
                  </a:lnTo>
                  <a:lnTo>
                    <a:pt x="3654571" y="73947"/>
                  </a:lnTo>
                  <a:lnTo>
                    <a:pt x="3690752" y="98988"/>
                  </a:lnTo>
                  <a:lnTo>
                    <a:pt x="3724453" y="127119"/>
                  </a:lnTo>
                  <a:lnTo>
                    <a:pt x="3755471" y="158137"/>
                  </a:lnTo>
                  <a:lnTo>
                    <a:pt x="3783602" y="191838"/>
                  </a:lnTo>
                  <a:lnTo>
                    <a:pt x="3808643" y="228018"/>
                  </a:lnTo>
                  <a:lnTo>
                    <a:pt x="3830389" y="266475"/>
                  </a:lnTo>
                  <a:lnTo>
                    <a:pt x="3848639" y="307004"/>
                  </a:lnTo>
                  <a:lnTo>
                    <a:pt x="3863187" y="349402"/>
                  </a:lnTo>
                  <a:lnTo>
                    <a:pt x="3873831" y="393466"/>
                  </a:lnTo>
                  <a:lnTo>
                    <a:pt x="3880366" y="438991"/>
                  </a:lnTo>
                  <a:lnTo>
                    <a:pt x="3882589" y="485761"/>
                  </a:lnTo>
                  <a:lnTo>
                    <a:pt x="3882589" y="2805479"/>
                  </a:lnTo>
                  <a:lnTo>
                    <a:pt x="3880366" y="2852250"/>
                  </a:lnTo>
                  <a:lnTo>
                    <a:pt x="3873831" y="2897775"/>
                  </a:lnTo>
                  <a:lnTo>
                    <a:pt x="3863187" y="2941838"/>
                  </a:lnTo>
                  <a:lnTo>
                    <a:pt x="3848639" y="2984237"/>
                  </a:lnTo>
                  <a:lnTo>
                    <a:pt x="3830389" y="3024766"/>
                  </a:lnTo>
                  <a:lnTo>
                    <a:pt x="3808643" y="3063222"/>
                  </a:lnTo>
                  <a:lnTo>
                    <a:pt x="3783602" y="3099403"/>
                  </a:lnTo>
                  <a:lnTo>
                    <a:pt x="3755471" y="3133104"/>
                  </a:lnTo>
                  <a:lnTo>
                    <a:pt x="3724453" y="3164122"/>
                  </a:lnTo>
                  <a:lnTo>
                    <a:pt x="3690752" y="3192253"/>
                  </a:lnTo>
                  <a:lnTo>
                    <a:pt x="3654571" y="3217294"/>
                  </a:lnTo>
                  <a:lnTo>
                    <a:pt x="3616114" y="3239041"/>
                  </a:lnTo>
                  <a:lnTo>
                    <a:pt x="3575585" y="3257290"/>
                  </a:lnTo>
                  <a:lnTo>
                    <a:pt x="3533187" y="3271838"/>
                  </a:lnTo>
                  <a:lnTo>
                    <a:pt x="3489124" y="3282482"/>
                  </a:lnTo>
                  <a:lnTo>
                    <a:pt x="3443598" y="3289018"/>
                  </a:lnTo>
                  <a:lnTo>
                    <a:pt x="3396824" y="3291241"/>
                  </a:lnTo>
                  <a:close/>
                </a:path>
              </a:pathLst>
            </a:custGeom>
            <a:solidFill>
              <a:srgbClr val="0986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3376708" y="5143519"/>
              <a:ext cx="3883025" cy="3291204"/>
            </a:xfrm>
            <a:custGeom>
              <a:avLst/>
              <a:gdLst/>
              <a:ahLst/>
              <a:cxnLst/>
              <a:rect l="l" t="t" r="r" b="b"/>
              <a:pathLst>
                <a:path w="3883025" h="3291204">
                  <a:moveTo>
                    <a:pt x="3396725" y="0"/>
                  </a:moveTo>
                  <a:lnTo>
                    <a:pt x="3443500" y="2223"/>
                  </a:lnTo>
                  <a:lnTo>
                    <a:pt x="3489023" y="8758"/>
                  </a:lnTo>
                  <a:lnTo>
                    <a:pt x="3533086" y="19402"/>
                  </a:lnTo>
                  <a:lnTo>
                    <a:pt x="3575482" y="33949"/>
                  </a:lnTo>
                  <a:lnTo>
                    <a:pt x="3616011" y="52198"/>
                  </a:lnTo>
                  <a:lnTo>
                    <a:pt x="3654466" y="73945"/>
                  </a:lnTo>
                  <a:lnTo>
                    <a:pt x="3690646" y="98985"/>
                  </a:lnTo>
                  <a:lnTo>
                    <a:pt x="3724346" y="127115"/>
                  </a:lnTo>
                  <a:lnTo>
                    <a:pt x="3755363" y="158132"/>
                  </a:lnTo>
                  <a:lnTo>
                    <a:pt x="3783493" y="191832"/>
                  </a:lnTo>
                  <a:lnTo>
                    <a:pt x="3808533" y="228012"/>
                  </a:lnTo>
                  <a:lnTo>
                    <a:pt x="3830280" y="266467"/>
                  </a:lnTo>
                  <a:lnTo>
                    <a:pt x="3848528" y="306995"/>
                  </a:lnTo>
                  <a:lnTo>
                    <a:pt x="3863076" y="349392"/>
                  </a:lnTo>
                  <a:lnTo>
                    <a:pt x="3873720" y="393454"/>
                  </a:lnTo>
                  <a:lnTo>
                    <a:pt x="3880255" y="438978"/>
                  </a:lnTo>
                  <a:lnTo>
                    <a:pt x="3882479" y="485760"/>
                  </a:lnTo>
                  <a:lnTo>
                    <a:pt x="3882479" y="2805385"/>
                  </a:lnTo>
                  <a:lnTo>
                    <a:pt x="3880255" y="2852167"/>
                  </a:lnTo>
                  <a:lnTo>
                    <a:pt x="3873720" y="2897691"/>
                  </a:lnTo>
                  <a:lnTo>
                    <a:pt x="3863076" y="2941753"/>
                  </a:lnTo>
                  <a:lnTo>
                    <a:pt x="3848528" y="2984150"/>
                  </a:lnTo>
                  <a:lnTo>
                    <a:pt x="3830280" y="3024678"/>
                  </a:lnTo>
                  <a:lnTo>
                    <a:pt x="3808533" y="3063133"/>
                  </a:lnTo>
                  <a:lnTo>
                    <a:pt x="3783493" y="3099313"/>
                  </a:lnTo>
                  <a:lnTo>
                    <a:pt x="3755363" y="3133013"/>
                  </a:lnTo>
                  <a:lnTo>
                    <a:pt x="3724346" y="3164030"/>
                  </a:lnTo>
                  <a:lnTo>
                    <a:pt x="3690646" y="3192160"/>
                  </a:lnTo>
                  <a:lnTo>
                    <a:pt x="3654466" y="3217200"/>
                  </a:lnTo>
                  <a:lnTo>
                    <a:pt x="3616011" y="3238947"/>
                  </a:lnTo>
                  <a:lnTo>
                    <a:pt x="3575482" y="3257196"/>
                  </a:lnTo>
                  <a:lnTo>
                    <a:pt x="3533086" y="3271744"/>
                  </a:lnTo>
                  <a:lnTo>
                    <a:pt x="3489023" y="3282387"/>
                  </a:lnTo>
                  <a:lnTo>
                    <a:pt x="3443500" y="3288922"/>
                  </a:lnTo>
                  <a:lnTo>
                    <a:pt x="3396717" y="3291146"/>
                  </a:lnTo>
                  <a:lnTo>
                    <a:pt x="485761" y="3291146"/>
                  </a:lnTo>
                  <a:lnTo>
                    <a:pt x="438978" y="3288922"/>
                  </a:lnTo>
                  <a:lnTo>
                    <a:pt x="393455" y="3282387"/>
                  </a:lnTo>
                  <a:lnTo>
                    <a:pt x="349392" y="3271744"/>
                  </a:lnTo>
                  <a:lnTo>
                    <a:pt x="306996" y="3257196"/>
                  </a:lnTo>
                  <a:lnTo>
                    <a:pt x="266468" y="3238947"/>
                  </a:lnTo>
                  <a:lnTo>
                    <a:pt x="228012" y="3217200"/>
                  </a:lnTo>
                  <a:lnTo>
                    <a:pt x="191832" y="3192160"/>
                  </a:lnTo>
                  <a:lnTo>
                    <a:pt x="158132" y="3164030"/>
                  </a:lnTo>
                  <a:lnTo>
                    <a:pt x="127115" y="3133013"/>
                  </a:lnTo>
                  <a:lnTo>
                    <a:pt x="98985" y="3099313"/>
                  </a:lnTo>
                  <a:lnTo>
                    <a:pt x="73945" y="3063133"/>
                  </a:lnTo>
                  <a:lnTo>
                    <a:pt x="52199" y="3024678"/>
                  </a:lnTo>
                  <a:lnTo>
                    <a:pt x="33950" y="2984150"/>
                  </a:lnTo>
                  <a:lnTo>
                    <a:pt x="19402" y="2941753"/>
                  </a:lnTo>
                  <a:lnTo>
                    <a:pt x="8758" y="2897691"/>
                  </a:lnTo>
                  <a:lnTo>
                    <a:pt x="2223" y="2852167"/>
                  </a:lnTo>
                  <a:lnTo>
                    <a:pt x="0" y="2805385"/>
                  </a:lnTo>
                  <a:lnTo>
                    <a:pt x="0" y="485760"/>
                  </a:lnTo>
                  <a:lnTo>
                    <a:pt x="2223" y="438978"/>
                  </a:lnTo>
                  <a:lnTo>
                    <a:pt x="8758" y="393454"/>
                  </a:lnTo>
                  <a:lnTo>
                    <a:pt x="19402" y="349392"/>
                  </a:lnTo>
                  <a:lnTo>
                    <a:pt x="33950" y="306995"/>
                  </a:lnTo>
                  <a:lnTo>
                    <a:pt x="52199" y="266467"/>
                  </a:lnTo>
                  <a:lnTo>
                    <a:pt x="73945" y="228012"/>
                  </a:lnTo>
                  <a:lnTo>
                    <a:pt x="98985" y="191832"/>
                  </a:lnTo>
                  <a:lnTo>
                    <a:pt x="127115" y="158132"/>
                  </a:lnTo>
                  <a:lnTo>
                    <a:pt x="158132" y="127115"/>
                  </a:lnTo>
                  <a:lnTo>
                    <a:pt x="191832" y="98985"/>
                  </a:lnTo>
                  <a:lnTo>
                    <a:pt x="228012" y="73945"/>
                  </a:lnTo>
                  <a:lnTo>
                    <a:pt x="266468" y="52198"/>
                  </a:lnTo>
                  <a:lnTo>
                    <a:pt x="306996" y="33949"/>
                  </a:lnTo>
                  <a:lnTo>
                    <a:pt x="349392" y="19402"/>
                  </a:lnTo>
                  <a:lnTo>
                    <a:pt x="393455" y="8758"/>
                  </a:lnTo>
                  <a:lnTo>
                    <a:pt x="438978" y="2223"/>
                  </a:lnTo>
                  <a:lnTo>
                    <a:pt x="485753" y="0"/>
                  </a:lnTo>
                </a:path>
              </a:pathLst>
            </a:custGeom>
            <a:ln w="1904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9255993" y="5143499"/>
              <a:ext cx="3883025" cy="3291840"/>
            </a:xfrm>
            <a:custGeom>
              <a:avLst/>
              <a:gdLst/>
              <a:ahLst/>
              <a:cxnLst/>
              <a:rect l="l" t="t" r="r" b="b"/>
              <a:pathLst>
                <a:path w="3883025" h="3291840">
                  <a:moveTo>
                    <a:pt x="3396824" y="3291241"/>
                  </a:moveTo>
                  <a:lnTo>
                    <a:pt x="485766" y="3291241"/>
                  </a:lnTo>
                  <a:lnTo>
                    <a:pt x="438991" y="3289018"/>
                  </a:lnTo>
                  <a:lnTo>
                    <a:pt x="393466" y="3282482"/>
                  </a:lnTo>
                  <a:lnTo>
                    <a:pt x="349403" y="3271838"/>
                  </a:lnTo>
                  <a:lnTo>
                    <a:pt x="307005" y="3257290"/>
                  </a:lnTo>
                  <a:lnTo>
                    <a:pt x="266475" y="3239041"/>
                  </a:lnTo>
                  <a:lnTo>
                    <a:pt x="228019" y="3217294"/>
                  </a:lnTo>
                  <a:lnTo>
                    <a:pt x="191838" y="3192253"/>
                  </a:lnTo>
                  <a:lnTo>
                    <a:pt x="158137" y="3164122"/>
                  </a:lnTo>
                  <a:lnTo>
                    <a:pt x="127119" y="3133104"/>
                  </a:lnTo>
                  <a:lnTo>
                    <a:pt x="98988" y="3099403"/>
                  </a:lnTo>
                  <a:lnTo>
                    <a:pt x="73947" y="3063222"/>
                  </a:lnTo>
                  <a:lnTo>
                    <a:pt x="52200" y="3024766"/>
                  </a:lnTo>
                  <a:lnTo>
                    <a:pt x="33951" y="2984237"/>
                  </a:lnTo>
                  <a:lnTo>
                    <a:pt x="19402" y="2941838"/>
                  </a:lnTo>
                  <a:lnTo>
                    <a:pt x="8759" y="2897775"/>
                  </a:lnTo>
                  <a:lnTo>
                    <a:pt x="2223" y="2852250"/>
                  </a:lnTo>
                  <a:lnTo>
                    <a:pt x="0" y="2805466"/>
                  </a:lnTo>
                  <a:lnTo>
                    <a:pt x="0" y="485774"/>
                  </a:lnTo>
                  <a:lnTo>
                    <a:pt x="2223" y="438991"/>
                  </a:lnTo>
                  <a:lnTo>
                    <a:pt x="8759" y="393466"/>
                  </a:lnTo>
                  <a:lnTo>
                    <a:pt x="19402" y="349402"/>
                  </a:lnTo>
                  <a:lnTo>
                    <a:pt x="33951" y="307004"/>
                  </a:lnTo>
                  <a:lnTo>
                    <a:pt x="52200" y="266475"/>
                  </a:lnTo>
                  <a:lnTo>
                    <a:pt x="73947" y="228018"/>
                  </a:lnTo>
                  <a:lnTo>
                    <a:pt x="98988" y="191838"/>
                  </a:lnTo>
                  <a:lnTo>
                    <a:pt x="127119" y="158137"/>
                  </a:lnTo>
                  <a:lnTo>
                    <a:pt x="158137" y="127119"/>
                  </a:lnTo>
                  <a:lnTo>
                    <a:pt x="191838" y="98988"/>
                  </a:lnTo>
                  <a:lnTo>
                    <a:pt x="228019" y="73947"/>
                  </a:lnTo>
                  <a:lnTo>
                    <a:pt x="266475" y="52200"/>
                  </a:lnTo>
                  <a:lnTo>
                    <a:pt x="307005" y="33951"/>
                  </a:lnTo>
                  <a:lnTo>
                    <a:pt x="349403" y="19402"/>
                  </a:lnTo>
                  <a:lnTo>
                    <a:pt x="393466" y="8759"/>
                  </a:lnTo>
                  <a:lnTo>
                    <a:pt x="438991" y="2223"/>
                  </a:lnTo>
                  <a:lnTo>
                    <a:pt x="485773" y="0"/>
                  </a:lnTo>
                  <a:lnTo>
                    <a:pt x="3396817" y="0"/>
                  </a:lnTo>
                  <a:lnTo>
                    <a:pt x="3443599" y="2223"/>
                  </a:lnTo>
                  <a:lnTo>
                    <a:pt x="3489124" y="8759"/>
                  </a:lnTo>
                  <a:lnTo>
                    <a:pt x="3533188" y="19402"/>
                  </a:lnTo>
                  <a:lnTo>
                    <a:pt x="3575586" y="33951"/>
                  </a:lnTo>
                  <a:lnTo>
                    <a:pt x="3616115" y="52200"/>
                  </a:lnTo>
                  <a:lnTo>
                    <a:pt x="3654572" y="73947"/>
                  </a:lnTo>
                  <a:lnTo>
                    <a:pt x="3690752" y="98988"/>
                  </a:lnTo>
                  <a:lnTo>
                    <a:pt x="3724453" y="127119"/>
                  </a:lnTo>
                  <a:lnTo>
                    <a:pt x="3755471" y="158137"/>
                  </a:lnTo>
                  <a:lnTo>
                    <a:pt x="3783602" y="191838"/>
                  </a:lnTo>
                  <a:lnTo>
                    <a:pt x="3808643" y="228018"/>
                  </a:lnTo>
                  <a:lnTo>
                    <a:pt x="3830390" y="266475"/>
                  </a:lnTo>
                  <a:lnTo>
                    <a:pt x="3848639" y="307004"/>
                  </a:lnTo>
                  <a:lnTo>
                    <a:pt x="3863188" y="349402"/>
                  </a:lnTo>
                  <a:lnTo>
                    <a:pt x="3873831" y="393466"/>
                  </a:lnTo>
                  <a:lnTo>
                    <a:pt x="3880367" y="438991"/>
                  </a:lnTo>
                  <a:lnTo>
                    <a:pt x="3882591" y="485774"/>
                  </a:lnTo>
                  <a:lnTo>
                    <a:pt x="3882591" y="2805466"/>
                  </a:lnTo>
                  <a:lnTo>
                    <a:pt x="3880367" y="2852250"/>
                  </a:lnTo>
                  <a:lnTo>
                    <a:pt x="3873831" y="2897775"/>
                  </a:lnTo>
                  <a:lnTo>
                    <a:pt x="3863188" y="2941838"/>
                  </a:lnTo>
                  <a:lnTo>
                    <a:pt x="3848639" y="2984237"/>
                  </a:lnTo>
                  <a:lnTo>
                    <a:pt x="3830390" y="3024766"/>
                  </a:lnTo>
                  <a:lnTo>
                    <a:pt x="3808643" y="3063222"/>
                  </a:lnTo>
                  <a:lnTo>
                    <a:pt x="3783602" y="3099403"/>
                  </a:lnTo>
                  <a:lnTo>
                    <a:pt x="3755471" y="3133104"/>
                  </a:lnTo>
                  <a:lnTo>
                    <a:pt x="3724453" y="3164122"/>
                  </a:lnTo>
                  <a:lnTo>
                    <a:pt x="3690752" y="3192253"/>
                  </a:lnTo>
                  <a:lnTo>
                    <a:pt x="3654572" y="3217294"/>
                  </a:lnTo>
                  <a:lnTo>
                    <a:pt x="3616115" y="3239041"/>
                  </a:lnTo>
                  <a:lnTo>
                    <a:pt x="3575586" y="3257290"/>
                  </a:lnTo>
                  <a:lnTo>
                    <a:pt x="3533188" y="3271838"/>
                  </a:lnTo>
                  <a:lnTo>
                    <a:pt x="3489124" y="3282482"/>
                  </a:lnTo>
                  <a:lnTo>
                    <a:pt x="3443599" y="3289018"/>
                  </a:lnTo>
                  <a:lnTo>
                    <a:pt x="3396824" y="329124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016000" y="1582925"/>
            <a:ext cx="7271384" cy="154813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9950" b="1" spc="565" dirty="0">
                <a:solidFill>
                  <a:srgbClr val="FFFFFF"/>
                </a:solidFill>
                <a:latin typeface="Trebuchet MS"/>
                <a:cs typeface="Trebuchet MS"/>
              </a:rPr>
              <a:t>SOLUTIONS</a:t>
            </a:r>
            <a:endParaRPr sz="9950">
              <a:latin typeface="Trebuchet MS"/>
              <a:cs typeface="Trebuchet MS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15472226" y="642429"/>
            <a:ext cx="1731645" cy="605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800" b="0" spc="114" dirty="0">
                <a:latin typeface="Verdana"/>
                <a:cs typeface="Verdana"/>
              </a:rPr>
              <a:t>Page</a:t>
            </a:r>
            <a:r>
              <a:rPr sz="2800" b="0" spc="110" dirty="0">
                <a:latin typeface="Verdana"/>
                <a:cs typeface="Verdana"/>
              </a:rPr>
              <a:t> </a:t>
            </a:r>
            <a:r>
              <a:rPr sz="5700" spc="104" baseline="-6578" dirty="0"/>
              <a:t>07</a:t>
            </a:r>
            <a:endParaRPr sz="5700" baseline="-6578">
              <a:latin typeface="Verdana"/>
              <a:cs typeface="Verdan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377529" y="5684385"/>
            <a:ext cx="3179445" cy="25857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130"/>
              </a:spcBef>
            </a:pPr>
            <a:r>
              <a:rPr sz="3200" b="1" spc="350" dirty="0">
                <a:solidFill>
                  <a:srgbClr val="0986DE"/>
                </a:solidFill>
                <a:latin typeface="Trebuchet MS"/>
                <a:cs typeface="Trebuchet MS"/>
              </a:rPr>
              <a:t>S</a:t>
            </a:r>
            <a:r>
              <a:rPr sz="3200" b="1" spc="165" dirty="0">
                <a:solidFill>
                  <a:srgbClr val="0986DE"/>
                </a:solidFill>
                <a:latin typeface="Trebuchet MS"/>
                <a:cs typeface="Trebuchet MS"/>
              </a:rPr>
              <a:t>o</a:t>
            </a:r>
            <a:r>
              <a:rPr sz="3200" b="1" spc="225" dirty="0">
                <a:solidFill>
                  <a:srgbClr val="0986DE"/>
                </a:solidFill>
                <a:latin typeface="Trebuchet MS"/>
                <a:cs typeface="Trebuchet MS"/>
              </a:rPr>
              <a:t>l</a:t>
            </a:r>
            <a:r>
              <a:rPr sz="3200" b="1" spc="190" dirty="0">
                <a:solidFill>
                  <a:srgbClr val="0986DE"/>
                </a:solidFill>
                <a:latin typeface="Trebuchet MS"/>
                <a:cs typeface="Trebuchet MS"/>
              </a:rPr>
              <a:t>u</a:t>
            </a:r>
            <a:r>
              <a:rPr sz="3200" b="1" spc="95" dirty="0">
                <a:solidFill>
                  <a:srgbClr val="0986DE"/>
                </a:solidFill>
                <a:latin typeface="Trebuchet MS"/>
                <a:cs typeface="Trebuchet MS"/>
              </a:rPr>
              <a:t>t</a:t>
            </a:r>
            <a:r>
              <a:rPr sz="3200" b="1" spc="-35" dirty="0">
                <a:solidFill>
                  <a:srgbClr val="0986DE"/>
                </a:solidFill>
                <a:latin typeface="Trebuchet MS"/>
                <a:cs typeface="Trebuchet MS"/>
              </a:rPr>
              <a:t>i</a:t>
            </a:r>
            <a:r>
              <a:rPr sz="3200" b="1" spc="165" dirty="0">
                <a:solidFill>
                  <a:srgbClr val="0986DE"/>
                </a:solidFill>
                <a:latin typeface="Trebuchet MS"/>
                <a:cs typeface="Trebuchet MS"/>
              </a:rPr>
              <a:t>o</a:t>
            </a:r>
            <a:r>
              <a:rPr sz="3200" b="1" spc="114" dirty="0">
                <a:solidFill>
                  <a:srgbClr val="0986DE"/>
                </a:solidFill>
                <a:latin typeface="Trebuchet MS"/>
                <a:cs typeface="Trebuchet MS"/>
              </a:rPr>
              <a:t>n</a:t>
            </a:r>
            <a:r>
              <a:rPr sz="3200" b="1" spc="-240" dirty="0">
                <a:solidFill>
                  <a:srgbClr val="0986DE"/>
                </a:solidFill>
                <a:latin typeface="Trebuchet MS"/>
                <a:cs typeface="Trebuchet MS"/>
              </a:rPr>
              <a:t> </a:t>
            </a:r>
            <a:r>
              <a:rPr sz="3200" b="1" spc="-110" dirty="0">
                <a:solidFill>
                  <a:srgbClr val="0986DE"/>
                </a:solidFill>
                <a:latin typeface="Trebuchet MS"/>
                <a:cs typeface="Trebuchet MS"/>
              </a:rPr>
              <a:t>1</a:t>
            </a:r>
            <a:endParaRPr sz="32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z="1500" spc="50" dirty="0">
                <a:latin typeface="Verdana"/>
                <a:cs typeface="Verdana"/>
              </a:rPr>
              <a:t>The</a:t>
            </a:r>
            <a:r>
              <a:rPr sz="1500" spc="-130" dirty="0">
                <a:latin typeface="Verdana"/>
                <a:cs typeface="Verdana"/>
              </a:rPr>
              <a:t> </a:t>
            </a:r>
            <a:r>
              <a:rPr sz="1500" spc="45" dirty="0">
                <a:latin typeface="Verdana"/>
                <a:cs typeface="Verdana"/>
              </a:rPr>
              <a:t>solution</a:t>
            </a:r>
            <a:r>
              <a:rPr sz="1500" spc="-130" dirty="0">
                <a:latin typeface="Verdana"/>
                <a:cs typeface="Verdana"/>
              </a:rPr>
              <a:t> </a:t>
            </a:r>
            <a:r>
              <a:rPr sz="1500" spc="20" dirty="0">
                <a:latin typeface="Verdana"/>
                <a:cs typeface="Verdana"/>
              </a:rPr>
              <a:t>involves</a:t>
            </a:r>
            <a:r>
              <a:rPr sz="1500" spc="-130" dirty="0">
                <a:latin typeface="Verdana"/>
                <a:cs typeface="Verdana"/>
              </a:rPr>
              <a:t> </a:t>
            </a:r>
            <a:r>
              <a:rPr sz="1500" spc="65" dirty="0">
                <a:latin typeface="Verdana"/>
                <a:cs typeface="Verdana"/>
              </a:rPr>
              <a:t>creating</a:t>
            </a:r>
            <a:r>
              <a:rPr sz="1500" spc="-130" dirty="0">
                <a:latin typeface="Verdana"/>
                <a:cs typeface="Verdana"/>
              </a:rPr>
              <a:t> </a:t>
            </a:r>
            <a:r>
              <a:rPr sz="1500" spc="45" dirty="0">
                <a:latin typeface="Verdana"/>
                <a:cs typeface="Verdana"/>
              </a:rPr>
              <a:t>a</a:t>
            </a:r>
            <a:endParaRPr sz="1500">
              <a:latin typeface="Verdana"/>
              <a:cs typeface="Verdana"/>
            </a:endParaRPr>
          </a:p>
          <a:p>
            <a:pPr marL="12700" marR="12065">
              <a:lnSpc>
                <a:spcPct val="114900"/>
              </a:lnSpc>
            </a:pPr>
            <a:r>
              <a:rPr sz="1500" spc="45" dirty="0">
                <a:latin typeface="Verdana"/>
                <a:cs typeface="Verdana"/>
              </a:rPr>
              <a:t>user </a:t>
            </a:r>
            <a:r>
              <a:rPr sz="1500" spc="55" dirty="0">
                <a:latin typeface="Verdana"/>
                <a:cs typeface="Verdana"/>
              </a:rPr>
              <a:t>profile </a:t>
            </a:r>
            <a:r>
              <a:rPr sz="1500" spc="50" dirty="0">
                <a:latin typeface="Verdana"/>
                <a:cs typeface="Verdana"/>
              </a:rPr>
              <a:t>system </a:t>
            </a:r>
            <a:r>
              <a:rPr sz="1500" spc="65" dirty="0">
                <a:latin typeface="Verdana"/>
                <a:cs typeface="Verdana"/>
              </a:rPr>
              <a:t>for </a:t>
            </a:r>
            <a:r>
              <a:rPr sz="1500" spc="70" dirty="0">
                <a:latin typeface="Verdana"/>
                <a:cs typeface="Verdana"/>
              </a:rPr>
              <a:t> </a:t>
            </a:r>
            <a:r>
              <a:rPr sz="1500" spc="50" dirty="0">
                <a:latin typeface="Verdana"/>
                <a:cs typeface="Verdana"/>
              </a:rPr>
              <a:t>investment </a:t>
            </a:r>
            <a:r>
              <a:rPr sz="1500" spc="55" dirty="0">
                <a:latin typeface="Verdana"/>
                <a:cs typeface="Verdana"/>
              </a:rPr>
              <a:t>goals </a:t>
            </a:r>
            <a:r>
              <a:rPr sz="1500" spc="75" dirty="0">
                <a:latin typeface="Verdana"/>
                <a:cs typeface="Verdana"/>
              </a:rPr>
              <a:t>and </a:t>
            </a:r>
            <a:r>
              <a:rPr sz="1500" spc="10" dirty="0">
                <a:latin typeface="Verdana"/>
                <a:cs typeface="Verdana"/>
              </a:rPr>
              <a:t>risk </a:t>
            </a:r>
            <a:r>
              <a:rPr sz="1500" spc="15" dirty="0">
                <a:latin typeface="Verdana"/>
                <a:cs typeface="Verdana"/>
              </a:rPr>
              <a:t> </a:t>
            </a:r>
            <a:r>
              <a:rPr sz="1500" spc="70" dirty="0">
                <a:latin typeface="Verdana"/>
                <a:cs typeface="Verdana"/>
              </a:rPr>
              <a:t>t</a:t>
            </a:r>
            <a:r>
              <a:rPr sz="1500" spc="85" dirty="0">
                <a:latin typeface="Verdana"/>
                <a:cs typeface="Verdana"/>
              </a:rPr>
              <a:t>o</a:t>
            </a:r>
            <a:r>
              <a:rPr sz="1500" spc="-15" dirty="0">
                <a:latin typeface="Verdana"/>
                <a:cs typeface="Verdana"/>
              </a:rPr>
              <a:t>l</a:t>
            </a:r>
            <a:r>
              <a:rPr sz="1500" spc="75" dirty="0">
                <a:latin typeface="Verdana"/>
                <a:cs typeface="Verdana"/>
              </a:rPr>
              <a:t>e</a:t>
            </a:r>
            <a:r>
              <a:rPr sz="1500" spc="10" dirty="0">
                <a:latin typeface="Verdana"/>
                <a:cs typeface="Verdana"/>
              </a:rPr>
              <a:t>r</a:t>
            </a:r>
            <a:r>
              <a:rPr sz="1500" spc="40" dirty="0">
                <a:latin typeface="Verdana"/>
                <a:cs typeface="Verdana"/>
              </a:rPr>
              <a:t>a</a:t>
            </a:r>
            <a:r>
              <a:rPr sz="1500" spc="50" dirty="0">
                <a:latin typeface="Verdana"/>
                <a:cs typeface="Verdana"/>
              </a:rPr>
              <a:t>n</a:t>
            </a:r>
            <a:r>
              <a:rPr sz="1500" spc="180" dirty="0">
                <a:latin typeface="Verdana"/>
                <a:cs typeface="Verdana"/>
              </a:rPr>
              <a:t>c</a:t>
            </a:r>
            <a:r>
              <a:rPr sz="1500" spc="75" dirty="0">
                <a:latin typeface="Verdana"/>
                <a:cs typeface="Verdana"/>
              </a:rPr>
              <a:t>e</a:t>
            </a:r>
            <a:r>
              <a:rPr sz="1500" spc="-180" dirty="0">
                <a:latin typeface="Verdana"/>
                <a:cs typeface="Verdana"/>
              </a:rPr>
              <a:t>.</a:t>
            </a:r>
            <a:r>
              <a:rPr sz="1500" spc="-120" dirty="0">
                <a:latin typeface="Verdana"/>
                <a:cs typeface="Verdana"/>
              </a:rPr>
              <a:t> </a:t>
            </a:r>
            <a:r>
              <a:rPr sz="1500" spc="5" dirty="0">
                <a:latin typeface="Verdana"/>
                <a:cs typeface="Verdana"/>
              </a:rPr>
              <a:t>A</a:t>
            </a:r>
            <a:r>
              <a:rPr sz="1500" spc="-15" dirty="0">
                <a:latin typeface="Verdana"/>
                <a:cs typeface="Verdana"/>
              </a:rPr>
              <a:t>l</a:t>
            </a:r>
            <a:r>
              <a:rPr sz="1500" spc="100" dirty="0">
                <a:latin typeface="Verdana"/>
                <a:cs typeface="Verdana"/>
              </a:rPr>
              <a:t>g</a:t>
            </a:r>
            <a:r>
              <a:rPr sz="1500" spc="85" dirty="0">
                <a:latin typeface="Verdana"/>
                <a:cs typeface="Verdana"/>
              </a:rPr>
              <a:t>o</a:t>
            </a:r>
            <a:r>
              <a:rPr sz="1500" spc="10" dirty="0">
                <a:latin typeface="Verdana"/>
                <a:cs typeface="Verdana"/>
              </a:rPr>
              <a:t>r</a:t>
            </a:r>
            <a:r>
              <a:rPr sz="1500" spc="-15" dirty="0">
                <a:latin typeface="Verdana"/>
                <a:cs typeface="Verdana"/>
              </a:rPr>
              <a:t>i</a:t>
            </a:r>
            <a:r>
              <a:rPr sz="1500" spc="70" dirty="0">
                <a:latin typeface="Verdana"/>
                <a:cs typeface="Verdana"/>
              </a:rPr>
              <a:t>t</a:t>
            </a:r>
            <a:r>
              <a:rPr sz="1500" spc="50" dirty="0">
                <a:latin typeface="Verdana"/>
                <a:cs typeface="Verdana"/>
              </a:rPr>
              <a:t>h</a:t>
            </a:r>
            <a:r>
              <a:rPr sz="1500" spc="95" dirty="0">
                <a:latin typeface="Verdana"/>
                <a:cs typeface="Verdana"/>
              </a:rPr>
              <a:t>m</a:t>
            </a:r>
            <a:r>
              <a:rPr sz="1500" spc="50" dirty="0">
                <a:latin typeface="Verdana"/>
                <a:cs typeface="Verdana"/>
              </a:rPr>
              <a:t>s</a:t>
            </a:r>
            <a:r>
              <a:rPr sz="1500" spc="-120" dirty="0">
                <a:latin typeface="Verdana"/>
                <a:cs typeface="Verdana"/>
              </a:rPr>
              <a:t> </a:t>
            </a:r>
            <a:r>
              <a:rPr sz="1500" spc="100" dirty="0">
                <a:latin typeface="Verdana"/>
                <a:cs typeface="Verdana"/>
              </a:rPr>
              <a:t>g</a:t>
            </a:r>
            <a:r>
              <a:rPr sz="1500" spc="75" dirty="0">
                <a:latin typeface="Verdana"/>
                <a:cs typeface="Verdana"/>
              </a:rPr>
              <a:t>e</a:t>
            </a:r>
            <a:r>
              <a:rPr sz="1500" spc="50" dirty="0">
                <a:latin typeface="Verdana"/>
                <a:cs typeface="Verdana"/>
              </a:rPr>
              <a:t>n</a:t>
            </a:r>
            <a:r>
              <a:rPr sz="1500" spc="75" dirty="0">
                <a:latin typeface="Verdana"/>
                <a:cs typeface="Verdana"/>
              </a:rPr>
              <a:t>e</a:t>
            </a:r>
            <a:r>
              <a:rPr sz="1500" spc="10" dirty="0">
                <a:latin typeface="Verdana"/>
                <a:cs typeface="Verdana"/>
              </a:rPr>
              <a:t>r</a:t>
            </a:r>
            <a:r>
              <a:rPr sz="1500" spc="40" dirty="0">
                <a:latin typeface="Verdana"/>
                <a:cs typeface="Verdana"/>
              </a:rPr>
              <a:t>a</a:t>
            </a:r>
            <a:r>
              <a:rPr sz="1500" spc="70" dirty="0">
                <a:latin typeface="Verdana"/>
                <a:cs typeface="Verdana"/>
              </a:rPr>
              <a:t>t</a:t>
            </a:r>
            <a:r>
              <a:rPr sz="1500" spc="60" dirty="0">
                <a:latin typeface="Verdana"/>
                <a:cs typeface="Verdana"/>
              </a:rPr>
              <a:t>e  </a:t>
            </a:r>
            <a:r>
              <a:rPr sz="1500" spc="75" dirty="0">
                <a:latin typeface="Verdana"/>
                <a:cs typeface="Verdana"/>
              </a:rPr>
              <a:t>stock</a:t>
            </a:r>
            <a:r>
              <a:rPr sz="1500" spc="-130" dirty="0">
                <a:latin typeface="Verdana"/>
                <a:cs typeface="Verdana"/>
              </a:rPr>
              <a:t> </a:t>
            </a:r>
            <a:r>
              <a:rPr sz="1500" spc="70" dirty="0">
                <a:latin typeface="Verdana"/>
                <a:cs typeface="Verdana"/>
              </a:rPr>
              <a:t>recommendations</a:t>
            </a:r>
            <a:r>
              <a:rPr sz="1500" spc="-125" dirty="0">
                <a:latin typeface="Verdana"/>
                <a:cs typeface="Verdana"/>
              </a:rPr>
              <a:t> </a:t>
            </a:r>
            <a:r>
              <a:rPr sz="1500" spc="85" dirty="0">
                <a:latin typeface="Verdana"/>
                <a:cs typeface="Verdana"/>
              </a:rPr>
              <a:t>based </a:t>
            </a:r>
            <a:r>
              <a:rPr sz="1500" spc="-509" dirty="0">
                <a:latin typeface="Verdana"/>
                <a:cs typeface="Verdana"/>
              </a:rPr>
              <a:t> </a:t>
            </a:r>
            <a:r>
              <a:rPr sz="1500" spc="70" dirty="0">
                <a:latin typeface="Verdana"/>
                <a:cs typeface="Verdana"/>
              </a:rPr>
              <a:t>on </a:t>
            </a:r>
            <a:r>
              <a:rPr sz="1500" spc="65" dirty="0">
                <a:latin typeface="Verdana"/>
                <a:cs typeface="Verdana"/>
              </a:rPr>
              <a:t>these </a:t>
            </a:r>
            <a:r>
              <a:rPr sz="1500" spc="25" dirty="0">
                <a:latin typeface="Verdana"/>
                <a:cs typeface="Verdana"/>
              </a:rPr>
              <a:t>profiles. </a:t>
            </a:r>
            <a:r>
              <a:rPr sz="1500" spc="45" dirty="0">
                <a:latin typeface="Verdana"/>
                <a:cs typeface="Verdana"/>
              </a:rPr>
              <a:t>Default </a:t>
            </a:r>
            <a:r>
              <a:rPr sz="1500" spc="50" dirty="0">
                <a:latin typeface="Verdana"/>
                <a:cs typeface="Verdana"/>
              </a:rPr>
              <a:t> </a:t>
            </a:r>
            <a:r>
              <a:rPr sz="1500" spc="55" dirty="0">
                <a:latin typeface="Verdana"/>
                <a:cs typeface="Verdana"/>
              </a:rPr>
              <a:t>settings</a:t>
            </a:r>
            <a:r>
              <a:rPr sz="1500" spc="-130" dirty="0">
                <a:latin typeface="Verdana"/>
                <a:cs typeface="Verdana"/>
              </a:rPr>
              <a:t> </a:t>
            </a:r>
            <a:r>
              <a:rPr sz="1500" spc="75" dirty="0">
                <a:latin typeface="Verdana"/>
                <a:cs typeface="Verdana"/>
              </a:rPr>
              <a:t>and</a:t>
            </a:r>
            <a:r>
              <a:rPr sz="1500" spc="-125" dirty="0">
                <a:latin typeface="Verdana"/>
                <a:cs typeface="Verdana"/>
              </a:rPr>
              <a:t> </a:t>
            </a:r>
            <a:r>
              <a:rPr sz="1500" spc="60" dirty="0">
                <a:latin typeface="Verdana"/>
                <a:cs typeface="Verdana"/>
              </a:rPr>
              <a:t>clear</a:t>
            </a:r>
            <a:r>
              <a:rPr sz="1500" spc="-130" dirty="0">
                <a:latin typeface="Verdana"/>
                <a:cs typeface="Verdana"/>
              </a:rPr>
              <a:t> </a:t>
            </a:r>
            <a:r>
              <a:rPr sz="1500" spc="45" dirty="0">
                <a:latin typeface="Verdana"/>
                <a:cs typeface="Verdana"/>
              </a:rPr>
              <a:t>explanations </a:t>
            </a:r>
            <a:r>
              <a:rPr sz="1500" spc="-509" dirty="0">
                <a:latin typeface="Verdana"/>
                <a:cs typeface="Verdana"/>
              </a:rPr>
              <a:t> </a:t>
            </a:r>
            <a:r>
              <a:rPr sz="1500" spc="35" dirty="0">
                <a:latin typeface="Verdana"/>
                <a:cs typeface="Verdana"/>
              </a:rPr>
              <a:t>simplify</a:t>
            </a:r>
            <a:r>
              <a:rPr sz="1500" spc="-125" dirty="0">
                <a:latin typeface="Verdana"/>
                <a:cs typeface="Verdana"/>
              </a:rPr>
              <a:t> </a:t>
            </a:r>
            <a:r>
              <a:rPr sz="1500" spc="70" dirty="0">
                <a:latin typeface="Verdana"/>
                <a:cs typeface="Verdana"/>
              </a:rPr>
              <a:t>the</a:t>
            </a:r>
            <a:r>
              <a:rPr sz="1500" spc="-125" dirty="0">
                <a:latin typeface="Verdana"/>
                <a:cs typeface="Verdana"/>
              </a:rPr>
              <a:t> </a:t>
            </a:r>
            <a:r>
              <a:rPr sz="1500" spc="50" dirty="0">
                <a:latin typeface="Verdana"/>
                <a:cs typeface="Verdana"/>
              </a:rPr>
              <a:t>process.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495600" y="5461013"/>
            <a:ext cx="3146425" cy="2391410"/>
          </a:xfrm>
          <a:prstGeom prst="rect">
            <a:avLst/>
          </a:prstGeom>
        </p:spPr>
        <p:txBody>
          <a:bodyPr vert="horz" wrap="square" lIns="0" tIns="24002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89"/>
              </a:spcBef>
            </a:pPr>
            <a:r>
              <a:rPr sz="3200" b="1" spc="350" dirty="0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r>
              <a:rPr sz="3200" b="1" spc="165" dirty="0">
                <a:solidFill>
                  <a:srgbClr val="FFFFFF"/>
                </a:solidFill>
                <a:latin typeface="Trebuchet MS"/>
                <a:cs typeface="Trebuchet MS"/>
              </a:rPr>
              <a:t>o</a:t>
            </a:r>
            <a:r>
              <a:rPr sz="3200" b="1" spc="225" dirty="0">
                <a:solidFill>
                  <a:srgbClr val="FFFFFF"/>
                </a:solidFill>
                <a:latin typeface="Trebuchet MS"/>
                <a:cs typeface="Trebuchet MS"/>
              </a:rPr>
              <a:t>l</a:t>
            </a:r>
            <a:r>
              <a:rPr sz="3200" b="1" spc="190" dirty="0">
                <a:solidFill>
                  <a:srgbClr val="FFFFFF"/>
                </a:solidFill>
                <a:latin typeface="Trebuchet MS"/>
                <a:cs typeface="Trebuchet MS"/>
              </a:rPr>
              <a:t>u</a:t>
            </a:r>
            <a:r>
              <a:rPr sz="3200" b="1" spc="95" dirty="0">
                <a:solidFill>
                  <a:srgbClr val="FFFFFF"/>
                </a:solidFill>
                <a:latin typeface="Trebuchet MS"/>
                <a:cs typeface="Trebuchet MS"/>
              </a:rPr>
              <a:t>t</a:t>
            </a:r>
            <a:r>
              <a:rPr sz="3200" b="1" spc="-35" dirty="0">
                <a:solidFill>
                  <a:srgbClr val="FFFFFF"/>
                </a:solidFill>
                <a:latin typeface="Trebuchet MS"/>
                <a:cs typeface="Trebuchet MS"/>
              </a:rPr>
              <a:t>i</a:t>
            </a:r>
            <a:r>
              <a:rPr sz="3200" b="1" spc="165" dirty="0">
                <a:solidFill>
                  <a:srgbClr val="FFFFFF"/>
                </a:solidFill>
                <a:latin typeface="Trebuchet MS"/>
                <a:cs typeface="Trebuchet MS"/>
              </a:rPr>
              <a:t>o</a:t>
            </a:r>
            <a:r>
              <a:rPr sz="3200" b="1" spc="114" dirty="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sz="3200" b="1" spc="-2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200" b="1" spc="60" dirty="0">
                <a:solidFill>
                  <a:srgbClr val="FFFFFF"/>
                </a:solidFill>
                <a:latin typeface="Trebuchet MS"/>
                <a:cs typeface="Trebuchet MS"/>
              </a:rPr>
              <a:t>2</a:t>
            </a:r>
            <a:endParaRPr sz="3200">
              <a:latin typeface="Trebuchet MS"/>
              <a:cs typeface="Trebuchet MS"/>
            </a:endParaRPr>
          </a:p>
          <a:p>
            <a:pPr marL="12700" marR="5080">
              <a:lnSpc>
                <a:spcPct val="114900"/>
              </a:lnSpc>
              <a:spcBef>
                <a:spcPts val="585"/>
              </a:spcBef>
            </a:pPr>
            <a:r>
              <a:rPr sz="1500" spc="80" dirty="0">
                <a:solidFill>
                  <a:srgbClr val="FFFFFF"/>
                </a:solidFill>
                <a:latin typeface="Verdana"/>
                <a:cs typeface="Verdana"/>
              </a:rPr>
              <a:t>Offer </a:t>
            </a:r>
            <a:r>
              <a:rPr sz="1500" spc="10" dirty="0">
                <a:solidFill>
                  <a:srgbClr val="FFFFFF"/>
                </a:solidFill>
                <a:latin typeface="Verdana"/>
                <a:cs typeface="Verdana"/>
              </a:rPr>
              <a:t>risk </a:t>
            </a:r>
            <a:r>
              <a:rPr sz="1500" spc="60" dirty="0">
                <a:solidFill>
                  <a:srgbClr val="FFFFFF"/>
                </a:solidFill>
                <a:latin typeface="Verdana"/>
                <a:cs typeface="Verdana"/>
              </a:rPr>
              <a:t>assessment </a:t>
            </a:r>
            <a:r>
              <a:rPr sz="1500" spc="55" dirty="0">
                <a:solidFill>
                  <a:srgbClr val="FFFFFF"/>
                </a:solidFill>
                <a:latin typeface="Verdana"/>
                <a:cs typeface="Verdana"/>
              </a:rPr>
              <a:t>tools </a:t>
            </a:r>
            <a:r>
              <a:rPr sz="1500" spc="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500" spc="75" dirty="0">
                <a:solidFill>
                  <a:srgbClr val="FFFFFF"/>
                </a:solidFill>
                <a:latin typeface="Verdana"/>
                <a:cs typeface="Verdana"/>
              </a:rPr>
              <a:t>and </a:t>
            </a:r>
            <a:r>
              <a:rPr sz="1500" spc="60" dirty="0">
                <a:solidFill>
                  <a:srgbClr val="FFFFFF"/>
                </a:solidFill>
                <a:latin typeface="Verdana"/>
                <a:cs typeface="Verdana"/>
              </a:rPr>
              <a:t>portfolio </a:t>
            </a:r>
            <a:r>
              <a:rPr sz="1500" spc="50" dirty="0">
                <a:solidFill>
                  <a:srgbClr val="FFFFFF"/>
                </a:solidFill>
                <a:latin typeface="Verdana"/>
                <a:cs typeface="Verdana"/>
              </a:rPr>
              <a:t>optimization </a:t>
            </a:r>
            <a:r>
              <a:rPr sz="1500" spc="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500" spc="60" dirty="0">
                <a:solidFill>
                  <a:srgbClr val="FFFFFF"/>
                </a:solidFill>
                <a:latin typeface="Verdana"/>
                <a:cs typeface="Verdana"/>
              </a:rPr>
              <a:t>features that help </a:t>
            </a:r>
            <a:r>
              <a:rPr sz="1500" spc="45" dirty="0">
                <a:solidFill>
                  <a:srgbClr val="FFFFFF"/>
                </a:solidFill>
                <a:latin typeface="Verdana"/>
                <a:cs typeface="Verdana"/>
              </a:rPr>
              <a:t>users </a:t>
            </a:r>
            <a:r>
              <a:rPr sz="1500" spc="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500" spc="65" dirty="0">
                <a:solidFill>
                  <a:srgbClr val="FFFFFF"/>
                </a:solidFill>
                <a:latin typeface="Verdana"/>
                <a:cs typeface="Verdana"/>
              </a:rPr>
              <a:t>understand</a:t>
            </a:r>
            <a:r>
              <a:rPr sz="1500" spc="-1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500" spc="40" dirty="0">
                <a:solidFill>
                  <a:srgbClr val="FFFFFF"/>
                </a:solidFill>
                <a:latin typeface="Verdana"/>
                <a:cs typeface="Verdana"/>
              </a:rPr>
              <a:t>their</a:t>
            </a:r>
            <a:r>
              <a:rPr sz="1500" spc="-1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500" spc="10" dirty="0">
                <a:solidFill>
                  <a:srgbClr val="FFFFFF"/>
                </a:solidFill>
                <a:latin typeface="Verdana"/>
                <a:cs typeface="Verdana"/>
              </a:rPr>
              <a:t>risk</a:t>
            </a:r>
            <a:r>
              <a:rPr sz="1500" spc="-1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500" spc="65" dirty="0">
                <a:solidFill>
                  <a:srgbClr val="FFFFFF"/>
                </a:solidFill>
                <a:latin typeface="Verdana"/>
                <a:cs typeface="Verdana"/>
              </a:rPr>
              <a:t>tolerance </a:t>
            </a:r>
            <a:r>
              <a:rPr sz="1500" spc="-51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500" spc="40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1500" spc="50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1500" spc="130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1500" spc="-1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500" spc="125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1500" spc="-15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1500" spc="-45" dirty="0">
                <a:solidFill>
                  <a:srgbClr val="FFFFFF"/>
                </a:solidFill>
                <a:latin typeface="Verdana"/>
                <a:cs typeface="Verdana"/>
              </a:rPr>
              <a:t>v</a:t>
            </a:r>
            <a:r>
              <a:rPr sz="1500" spc="7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1500" spc="10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1500" spc="45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1500" spc="-15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1500" spc="100" dirty="0">
                <a:solidFill>
                  <a:srgbClr val="FFFFFF"/>
                </a:solidFill>
                <a:latin typeface="Verdana"/>
                <a:cs typeface="Verdana"/>
              </a:rPr>
              <a:t>f</a:t>
            </a:r>
            <a:r>
              <a:rPr sz="1500" spc="-45" dirty="0">
                <a:solidFill>
                  <a:srgbClr val="FFFFFF"/>
                </a:solidFill>
                <a:latin typeface="Verdana"/>
                <a:cs typeface="Verdana"/>
              </a:rPr>
              <a:t>y</a:t>
            </a:r>
            <a:r>
              <a:rPr sz="1500" spc="-1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500" spc="7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1500" spc="50" dirty="0">
                <a:solidFill>
                  <a:srgbClr val="FFFFFF"/>
                </a:solidFill>
                <a:latin typeface="Verdana"/>
                <a:cs typeface="Verdana"/>
              </a:rPr>
              <a:t>h</a:t>
            </a:r>
            <a:r>
              <a:rPr sz="1500" spc="7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1500" spc="-15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1500" spc="15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1500" spc="-1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500" spc="-15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1500" spc="50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1500" spc="-45" dirty="0">
                <a:solidFill>
                  <a:srgbClr val="FFFFFF"/>
                </a:solidFill>
                <a:latin typeface="Verdana"/>
                <a:cs typeface="Verdana"/>
              </a:rPr>
              <a:t>v</a:t>
            </a:r>
            <a:r>
              <a:rPr sz="1500" spc="7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1500" spc="45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1500" spc="7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1500" spc="95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1500" spc="7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1500" spc="50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1500" spc="7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1500" spc="40" dirty="0">
                <a:solidFill>
                  <a:srgbClr val="FFFFFF"/>
                </a:solidFill>
                <a:latin typeface="Verdana"/>
                <a:cs typeface="Verdana"/>
              </a:rPr>
              <a:t>s  </a:t>
            </a:r>
            <a:r>
              <a:rPr sz="1500" spc="45" dirty="0">
                <a:solidFill>
                  <a:srgbClr val="FFFFFF"/>
                </a:solidFill>
                <a:latin typeface="Verdana"/>
                <a:cs typeface="Verdana"/>
              </a:rPr>
              <a:t>accordingly.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607887" y="5461013"/>
            <a:ext cx="3007995" cy="2653665"/>
          </a:xfrm>
          <a:prstGeom prst="rect">
            <a:avLst/>
          </a:prstGeom>
        </p:spPr>
        <p:txBody>
          <a:bodyPr vert="horz" wrap="square" lIns="0" tIns="24002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89"/>
              </a:spcBef>
            </a:pPr>
            <a:r>
              <a:rPr sz="3200" b="1" spc="350" dirty="0">
                <a:solidFill>
                  <a:srgbClr val="0986DE"/>
                </a:solidFill>
                <a:latin typeface="Trebuchet MS"/>
                <a:cs typeface="Trebuchet MS"/>
              </a:rPr>
              <a:t>S</a:t>
            </a:r>
            <a:r>
              <a:rPr sz="3200" b="1" spc="165" dirty="0">
                <a:solidFill>
                  <a:srgbClr val="0986DE"/>
                </a:solidFill>
                <a:latin typeface="Trebuchet MS"/>
                <a:cs typeface="Trebuchet MS"/>
              </a:rPr>
              <a:t>o</a:t>
            </a:r>
            <a:r>
              <a:rPr sz="3200" b="1" spc="225" dirty="0">
                <a:solidFill>
                  <a:srgbClr val="0986DE"/>
                </a:solidFill>
                <a:latin typeface="Trebuchet MS"/>
                <a:cs typeface="Trebuchet MS"/>
              </a:rPr>
              <a:t>l</a:t>
            </a:r>
            <a:r>
              <a:rPr sz="3200" b="1" spc="190" dirty="0">
                <a:solidFill>
                  <a:srgbClr val="0986DE"/>
                </a:solidFill>
                <a:latin typeface="Trebuchet MS"/>
                <a:cs typeface="Trebuchet MS"/>
              </a:rPr>
              <a:t>u</a:t>
            </a:r>
            <a:r>
              <a:rPr sz="3200" b="1" spc="95" dirty="0">
                <a:solidFill>
                  <a:srgbClr val="0986DE"/>
                </a:solidFill>
                <a:latin typeface="Trebuchet MS"/>
                <a:cs typeface="Trebuchet MS"/>
              </a:rPr>
              <a:t>t</a:t>
            </a:r>
            <a:r>
              <a:rPr sz="3200" b="1" spc="-35" dirty="0">
                <a:solidFill>
                  <a:srgbClr val="0986DE"/>
                </a:solidFill>
                <a:latin typeface="Trebuchet MS"/>
                <a:cs typeface="Trebuchet MS"/>
              </a:rPr>
              <a:t>i</a:t>
            </a:r>
            <a:r>
              <a:rPr sz="3200" b="1" spc="165" dirty="0">
                <a:solidFill>
                  <a:srgbClr val="0986DE"/>
                </a:solidFill>
                <a:latin typeface="Trebuchet MS"/>
                <a:cs typeface="Trebuchet MS"/>
              </a:rPr>
              <a:t>o</a:t>
            </a:r>
            <a:r>
              <a:rPr sz="3200" b="1" spc="114" dirty="0">
                <a:solidFill>
                  <a:srgbClr val="0986DE"/>
                </a:solidFill>
                <a:latin typeface="Trebuchet MS"/>
                <a:cs typeface="Trebuchet MS"/>
              </a:rPr>
              <a:t>n</a:t>
            </a:r>
            <a:r>
              <a:rPr sz="3200" b="1" spc="-240" dirty="0">
                <a:solidFill>
                  <a:srgbClr val="0986DE"/>
                </a:solidFill>
                <a:latin typeface="Trebuchet MS"/>
                <a:cs typeface="Trebuchet MS"/>
              </a:rPr>
              <a:t> </a:t>
            </a:r>
            <a:r>
              <a:rPr sz="3200" b="1" spc="-5" dirty="0">
                <a:solidFill>
                  <a:srgbClr val="0986DE"/>
                </a:solidFill>
                <a:latin typeface="Trebuchet MS"/>
                <a:cs typeface="Trebuchet MS"/>
              </a:rPr>
              <a:t>3</a:t>
            </a:r>
            <a:endParaRPr sz="3200">
              <a:latin typeface="Trebuchet MS"/>
              <a:cs typeface="Trebuchet MS"/>
            </a:endParaRPr>
          </a:p>
          <a:p>
            <a:pPr marL="18415" marR="5080">
              <a:lnSpc>
                <a:spcPct val="114900"/>
              </a:lnSpc>
              <a:spcBef>
                <a:spcPts val="585"/>
              </a:spcBef>
            </a:pPr>
            <a:r>
              <a:rPr sz="1500" spc="80" dirty="0">
                <a:solidFill>
                  <a:srgbClr val="FFFFFF"/>
                </a:solidFill>
                <a:latin typeface="Verdana"/>
                <a:cs typeface="Verdana"/>
              </a:rPr>
              <a:t>Offer </a:t>
            </a:r>
            <a:r>
              <a:rPr sz="1500" spc="60" dirty="0">
                <a:solidFill>
                  <a:srgbClr val="FFFFFF"/>
                </a:solidFill>
                <a:latin typeface="Verdana"/>
                <a:cs typeface="Verdana"/>
              </a:rPr>
              <a:t>customizable </a:t>
            </a:r>
            <a:r>
              <a:rPr sz="1500" spc="75" dirty="0">
                <a:solidFill>
                  <a:srgbClr val="FFFFFF"/>
                </a:solidFill>
                <a:latin typeface="Verdana"/>
                <a:cs typeface="Verdana"/>
              </a:rPr>
              <a:t>stock </a:t>
            </a:r>
            <a:r>
              <a:rPr sz="1500" spc="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500" spc="20" dirty="0">
                <a:solidFill>
                  <a:srgbClr val="FFFFFF"/>
                </a:solidFill>
                <a:latin typeface="Verdana"/>
                <a:cs typeface="Verdana"/>
              </a:rPr>
              <a:t>analysis</a:t>
            </a:r>
            <a:r>
              <a:rPr sz="1500" spc="-1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500" spc="55" dirty="0">
                <a:solidFill>
                  <a:srgbClr val="FFFFFF"/>
                </a:solidFill>
                <a:latin typeface="Verdana"/>
                <a:cs typeface="Verdana"/>
              </a:rPr>
              <a:t>tools</a:t>
            </a:r>
            <a:r>
              <a:rPr sz="1500" spc="-1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500" spc="60" dirty="0">
                <a:solidFill>
                  <a:srgbClr val="FFFFFF"/>
                </a:solidFill>
                <a:latin typeface="Verdana"/>
                <a:cs typeface="Verdana"/>
              </a:rPr>
              <a:t>that</a:t>
            </a:r>
            <a:r>
              <a:rPr sz="1500" spc="-1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500" spc="35" dirty="0">
                <a:solidFill>
                  <a:srgbClr val="FFFFFF"/>
                </a:solidFill>
                <a:latin typeface="Verdana"/>
                <a:cs typeface="Verdana"/>
              </a:rPr>
              <a:t>allow</a:t>
            </a:r>
            <a:r>
              <a:rPr sz="1500" spc="-1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500" spc="45" dirty="0">
                <a:solidFill>
                  <a:srgbClr val="FFFFFF"/>
                </a:solidFill>
                <a:latin typeface="Verdana"/>
                <a:cs typeface="Verdana"/>
              </a:rPr>
              <a:t>users </a:t>
            </a:r>
            <a:r>
              <a:rPr sz="1500" spc="-509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500" spc="80" dirty="0">
                <a:solidFill>
                  <a:srgbClr val="FFFFFF"/>
                </a:solidFill>
                <a:latin typeface="Verdana"/>
                <a:cs typeface="Verdana"/>
              </a:rPr>
              <a:t>to </a:t>
            </a:r>
            <a:r>
              <a:rPr sz="1500" spc="40" dirty="0">
                <a:solidFill>
                  <a:srgbClr val="FFFFFF"/>
                </a:solidFill>
                <a:latin typeface="Verdana"/>
                <a:cs typeface="Verdana"/>
              </a:rPr>
              <a:t>filter </a:t>
            </a:r>
            <a:r>
              <a:rPr sz="1500" spc="75" dirty="0">
                <a:solidFill>
                  <a:srgbClr val="FFFFFF"/>
                </a:solidFill>
                <a:latin typeface="Verdana"/>
                <a:cs typeface="Verdana"/>
              </a:rPr>
              <a:t>and </a:t>
            </a:r>
            <a:r>
              <a:rPr sz="1500" spc="90" dirty="0">
                <a:solidFill>
                  <a:srgbClr val="FFFFFF"/>
                </a:solidFill>
                <a:latin typeface="Verdana"/>
                <a:cs typeface="Verdana"/>
              </a:rPr>
              <a:t>compare </a:t>
            </a:r>
            <a:r>
              <a:rPr sz="1500" spc="70" dirty="0">
                <a:solidFill>
                  <a:srgbClr val="FFFFFF"/>
                </a:solidFill>
                <a:latin typeface="Verdana"/>
                <a:cs typeface="Verdana"/>
              </a:rPr>
              <a:t>stocks </a:t>
            </a:r>
            <a:r>
              <a:rPr sz="1500" spc="-51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500" spc="85" dirty="0">
                <a:solidFill>
                  <a:srgbClr val="FFFFFF"/>
                </a:solidFill>
                <a:latin typeface="Verdana"/>
                <a:cs typeface="Verdana"/>
              </a:rPr>
              <a:t>based </a:t>
            </a:r>
            <a:r>
              <a:rPr sz="1500" spc="70" dirty="0">
                <a:solidFill>
                  <a:srgbClr val="FFFFFF"/>
                </a:solidFill>
                <a:latin typeface="Verdana"/>
                <a:cs typeface="Verdana"/>
              </a:rPr>
              <a:t>on </a:t>
            </a:r>
            <a:r>
              <a:rPr sz="1500" spc="45" dirty="0">
                <a:solidFill>
                  <a:srgbClr val="FFFFFF"/>
                </a:solidFill>
                <a:latin typeface="Verdana"/>
                <a:cs typeface="Verdana"/>
              </a:rPr>
              <a:t>a </a:t>
            </a:r>
            <a:r>
              <a:rPr sz="1500" spc="65" dirty="0">
                <a:solidFill>
                  <a:srgbClr val="FFFFFF"/>
                </a:solidFill>
                <a:latin typeface="Verdana"/>
                <a:cs typeface="Verdana"/>
              </a:rPr>
              <a:t>wide </a:t>
            </a:r>
            <a:r>
              <a:rPr sz="1500" spc="55" dirty="0">
                <a:solidFill>
                  <a:srgbClr val="FFFFFF"/>
                </a:solidFill>
                <a:latin typeface="Verdana"/>
                <a:cs typeface="Verdana"/>
              </a:rPr>
              <a:t>range </a:t>
            </a:r>
            <a:r>
              <a:rPr sz="1500" spc="95" dirty="0">
                <a:solidFill>
                  <a:srgbClr val="FFFFFF"/>
                </a:solidFill>
                <a:latin typeface="Verdana"/>
                <a:cs typeface="Verdana"/>
              </a:rPr>
              <a:t>of </a:t>
            </a:r>
            <a:r>
              <a:rPr sz="1500" spc="1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500" spc="25" dirty="0">
                <a:solidFill>
                  <a:srgbClr val="FFFFFF"/>
                </a:solidFill>
                <a:latin typeface="Verdana"/>
                <a:cs typeface="Verdana"/>
              </a:rPr>
              <a:t>criteria, </a:t>
            </a:r>
            <a:r>
              <a:rPr sz="1500" spc="80" dirty="0">
                <a:solidFill>
                  <a:srgbClr val="FFFFFF"/>
                </a:solidFill>
                <a:latin typeface="Verdana"/>
                <a:cs typeface="Verdana"/>
              </a:rPr>
              <a:t>such </a:t>
            </a:r>
            <a:r>
              <a:rPr sz="1500" spc="45" dirty="0">
                <a:solidFill>
                  <a:srgbClr val="FFFFFF"/>
                </a:solidFill>
                <a:latin typeface="Verdana"/>
                <a:cs typeface="Verdana"/>
              </a:rPr>
              <a:t>as </a:t>
            </a:r>
            <a:r>
              <a:rPr sz="1500" spc="30" dirty="0">
                <a:solidFill>
                  <a:srgbClr val="FFFFFF"/>
                </a:solidFill>
                <a:latin typeface="Verdana"/>
                <a:cs typeface="Verdana"/>
              </a:rPr>
              <a:t>valuation </a:t>
            </a:r>
            <a:r>
              <a:rPr sz="1500" spc="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500" spc="25" dirty="0">
                <a:solidFill>
                  <a:srgbClr val="FFFFFF"/>
                </a:solidFill>
                <a:latin typeface="Verdana"/>
                <a:cs typeface="Verdana"/>
              </a:rPr>
              <a:t>multiples, </a:t>
            </a:r>
            <a:r>
              <a:rPr sz="1500" spc="65" dirty="0">
                <a:solidFill>
                  <a:srgbClr val="FFFFFF"/>
                </a:solidFill>
                <a:latin typeface="Verdana"/>
                <a:cs typeface="Verdana"/>
              </a:rPr>
              <a:t>growth </a:t>
            </a:r>
            <a:r>
              <a:rPr sz="1500" spc="15" dirty="0">
                <a:solidFill>
                  <a:srgbClr val="FFFFFF"/>
                </a:solidFill>
                <a:latin typeface="Verdana"/>
                <a:cs typeface="Verdana"/>
              </a:rPr>
              <a:t>rates, </a:t>
            </a:r>
            <a:r>
              <a:rPr sz="1500" spc="75" dirty="0">
                <a:solidFill>
                  <a:srgbClr val="FFFFFF"/>
                </a:solidFill>
                <a:latin typeface="Verdana"/>
                <a:cs typeface="Verdana"/>
              </a:rPr>
              <a:t>and </a:t>
            </a:r>
            <a:r>
              <a:rPr sz="1500" spc="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500" spc="40" dirty="0">
                <a:solidFill>
                  <a:srgbClr val="FFFFFF"/>
                </a:solidFill>
                <a:latin typeface="Verdana"/>
                <a:cs typeface="Verdana"/>
              </a:rPr>
              <a:t>profitability</a:t>
            </a:r>
            <a:r>
              <a:rPr sz="1500" spc="-1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500" spc="10" dirty="0">
                <a:solidFill>
                  <a:srgbClr val="FFFFFF"/>
                </a:solidFill>
                <a:latin typeface="Verdana"/>
                <a:cs typeface="Verdana"/>
              </a:rPr>
              <a:t>ratios.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3707588" y="5461013"/>
            <a:ext cx="3138170" cy="2653665"/>
          </a:xfrm>
          <a:prstGeom prst="rect">
            <a:avLst/>
          </a:prstGeom>
        </p:spPr>
        <p:txBody>
          <a:bodyPr vert="horz" wrap="square" lIns="0" tIns="240029" rIns="0" bIns="0" rtlCol="0">
            <a:spAutoFit/>
          </a:bodyPr>
          <a:lstStyle/>
          <a:p>
            <a:pPr marL="33655">
              <a:lnSpc>
                <a:spcPct val="100000"/>
              </a:lnSpc>
              <a:spcBef>
                <a:spcPts val="1889"/>
              </a:spcBef>
            </a:pPr>
            <a:r>
              <a:rPr sz="3200" b="1" spc="350" dirty="0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r>
              <a:rPr sz="3200" b="1" spc="165" dirty="0">
                <a:solidFill>
                  <a:srgbClr val="FFFFFF"/>
                </a:solidFill>
                <a:latin typeface="Trebuchet MS"/>
                <a:cs typeface="Trebuchet MS"/>
              </a:rPr>
              <a:t>o</a:t>
            </a:r>
            <a:r>
              <a:rPr sz="3200" b="1" spc="225" dirty="0">
                <a:solidFill>
                  <a:srgbClr val="FFFFFF"/>
                </a:solidFill>
                <a:latin typeface="Trebuchet MS"/>
                <a:cs typeface="Trebuchet MS"/>
              </a:rPr>
              <a:t>l</a:t>
            </a:r>
            <a:r>
              <a:rPr sz="3200" b="1" spc="190" dirty="0">
                <a:solidFill>
                  <a:srgbClr val="FFFFFF"/>
                </a:solidFill>
                <a:latin typeface="Trebuchet MS"/>
                <a:cs typeface="Trebuchet MS"/>
              </a:rPr>
              <a:t>u</a:t>
            </a:r>
            <a:r>
              <a:rPr sz="3200" b="1" spc="95" dirty="0">
                <a:solidFill>
                  <a:srgbClr val="FFFFFF"/>
                </a:solidFill>
                <a:latin typeface="Trebuchet MS"/>
                <a:cs typeface="Trebuchet MS"/>
              </a:rPr>
              <a:t>t</a:t>
            </a:r>
            <a:r>
              <a:rPr sz="3200" b="1" spc="-35" dirty="0">
                <a:solidFill>
                  <a:srgbClr val="FFFFFF"/>
                </a:solidFill>
                <a:latin typeface="Trebuchet MS"/>
                <a:cs typeface="Trebuchet MS"/>
              </a:rPr>
              <a:t>i</a:t>
            </a:r>
            <a:r>
              <a:rPr sz="3200" b="1" spc="165" dirty="0">
                <a:solidFill>
                  <a:srgbClr val="FFFFFF"/>
                </a:solidFill>
                <a:latin typeface="Trebuchet MS"/>
                <a:cs typeface="Trebuchet MS"/>
              </a:rPr>
              <a:t>o</a:t>
            </a:r>
            <a:r>
              <a:rPr sz="3200" b="1" spc="114" dirty="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sz="3200" b="1" spc="-2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200" b="1" spc="10" dirty="0">
                <a:solidFill>
                  <a:srgbClr val="FFFFFF"/>
                </a:solidFill>
                <a:latin typeface="Trebuchet MS"/>
                <a:cs typeface="Trebuchet MS"/>
              </a:rPr>
              <a:t>4</a:t>
            </a:r>
            <a:endParaRPr sz="3200">
              <a:latin typeface="Trebuchet MS"/>
              <a:cs typeface="Trebuchet MS"/>
            </a:endParaRPr>
          </a:p>
          <a:p>
            <a:pPr marL="12700" marR="5080">
              <a:lnSpc>
                <a:spcPct val="114900"/>
              </a:lnSpc>
              <a:spcBef>
                <a:spcPts val="585"/>
              </a:spcBef>
            </a:pPr>
            <a:r>
              <a:rPr sz="1500" spc="80" dirty="0">
                <a:solidFill>
                  <a:srgbClr val="FFFFFF"/>
                </a:solidFill>
                <a:latin typeface="Verdana"/>
                <a:cs typeface="Verdana"/>
              </a:rPr>
              <a:t>Offer </a:t>
            </a:r>
            <a:r>
              <a:rPr sz="1500" spc="70" dirty="0">
                <a:solidFill>
                  <a:srgbClr val="FFFFFF"/>
                </a:solidFill>
                <a:latin typeface="Verdana"/>
                <a:cs typeface="Verdana"/>
              </a:rPr>
              <a:t>automated </a:t>
            </a:r>
            <a:r>
              <a:rPr sz="1500" spc="75" dirty="0">
                <a:solidFill>
                  <a:srgbClr val="FFFFFF"/>
                </a:solidFill>
                <a:latin typeface="Verdana"/>
                <a:cs typeface="Verdana"/>
              </a:rPr>
              <a:t>stock </a:t>
            </a:r>
            <a:r>
              <a:rPr sz="1500" spc="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500" spc="65" dirty="0">
                <a:solidFill>
                  <a:srgbClr val="FFFFFF"/>
                </a:solidFill>
                <a:latin typeface="Verdana"/>
                <a:cs typeface="Verdana"/>
              </a:rPr>
              <a:t>screening </a:t>
            </a:r>
            <a:r>
              <a:rPr sz="1500" spc="75" dirty="0">
                <a:solidFill>
                  <a:srgbClr val="FFFFFF"/>
                </a:solidFill>
                <a:latin typeface="Verdana"/>
                <a:cs typeface="Verdana"/>
              </a:rPr>
              <a:t>and </a:t>
            </a:r>
            <a:r>
              <a:rPr sz="1500" spc="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500" spc="75" dirty="0">
                <a:solidFill>
                  <a:srgbClr val="FFFFFF"/>
                </a:solidFill>
                <a:latin typeface="Verdana"/>
                <a:cs typeface="Verdana"/>
              </a:rPr>
              <a:t>recommendation </a:t>
            </a:r>
            <a:r>
              <a:rPr sz="1500" spc="60" dirty="0">
                <a:solidFill>
                  <a:srgbClr val="FFFFFF"/>
                </a:solidFill>
                <a:latin typeface="Verdana"/>
                <a:cs typeface="Verdana"/>
              </a:rPr>
              <a:t>features </a:t>
            </a:r>
            <a:r>
              <a:rPr sz="1500" spc="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500" spc="85" dirty="0">
                <a:solidFill>
                  <a:srgbClr val="FFFFFF"/>
                </a:solidFill>
                <a:latin typeface="Verdana"/>
                <a:cs typeface="Verdana"/>
              </a:rPr>
              <a:t>based</a:t>
            </a:r>
            <a:r>
              <a:rPr sz="1500" spc="-1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500" spc="70" dirty="0">
                <a:solidFill>
                  <a:srgbClr val="FFFFFF"/>
                </a:solidFill>
                <a:latin typeface="Verdana"/>
                <a:cs typeface="Verdana"/>
              </a:rPr>
              <a:t>on</a:t>
            </a:r>
            <a:r>
              <a:rPr sz="1500" spc="-1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500" spc="60" dirty="0">
                <a:solidFill>
                  <a:srgbClr val="FFFFFF"/>
                </a:solidFill>
                <a:latin typeface="Verdana"/>
                <a:cs typeface="Verdana"/>
              </a:rPr>
              <a:t>user-defined</a:t>
            </a:r>
            <a:r>
              <a:rPr sz="1500" spc="-1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500" spc="25" dirty="0">
                <a:solidFill>
                  <a:srgbClr val="FFFFFF"/>
                </a:solidFill>
                <a:latin typeface="Verdana"/>
                <a:cs typeface="Verdana"/>
              </a:rPr>
              <a:t>criteria, </a:t>
            </a:r>
            <a:r>
              <a:rPr sz="1500" spc="-51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500" spc="80" dirty="0">
                <a:solidFill>
                  <a:srgbClr val="FFFFFF"/>
                </a:solidFill>
                <a:latin typeface="Verdana"/>
                <a:cs typeface="Verdana"/>
              </a:rPr>
              <a:t>such </a:t>
            </a:r>
            <a:r>
              <a:rPr sz="1500" spc="45" dirty="0">
                <a:solidFill>
                  <a:srgbClr val="FFFFFF"/>
                </a:solidFill>
                <a:latin typeface="Verdana"/>
                <a:cs typeface="Verdana"/>
              </a:rPr>
              <a:t>as </a:t>
            </a:r>
            <a:r>
              <a:rPr sz="1500" spc="50" dirty="0">
                <a:solidFill>
                  <a:srgbClr val="FFFFFF"/>
                </a:solidFill>
                <a:latin typeface="Verdana"/>
                <a:cs typeface="Verdana"/>
              </a:rPr>
              <a:t>investment </a:t>
            </a:r>
            <a:r>
              <a:rPr sz="1500" spc="20" dirty="0">
                <a:solidFill>
                  <a:srgbClr val="FFFFFF"/>
                </a:solidFill>
                <a:latin typeface="Verdana"/>
                <a:cs typeface="Verdana"/>
              </a:rPr>
              <a:t>goals, </a:t>
            </a:r>
            <a:r>
              <a:rPr sz="1500" spc="10" dirty="0">
                <a:solidFill>
                  <a:srgbClr val="FFFFFF"/>
                </a:solidFill>
                <a:latin typeface="Verdana"/>
                <a:cs typeface="Verdana"/>
              </a:rPr>
              <a:t>risk </a:t>
            </a:r>
            <a:r>
              <a:rPr sz="1500" spc="-51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500" spc="45" dirty="0">
                <a:solidFill>
                  <a:srgbClr val="FFFFFF"/>
                </a:solidFill>
                <a:latin typeface="Verdana"/>
                <a:cs typeface="Verdana"/>
              </a:rPr>
              <a:t>tolerance, </a:t>
            </a:r>
            <a:r>
              <a:rPr sz="1500" spc="75" dirty="0">
                <a:solidFill>
                  <a:srgbClr val="FFFFFF"/>
                </a:solidFill>
                <a:latin typeface="Verdana"/>
                <a:cs typeface="Verdana"/>
              </a:rPr>
              <a:t>and </a:t>
            </a:r>
            <a:r>
              <a:rPr sz="1500" spc="80" dirty="0">
                <a:solidFill>
                  <a:srgbClr val="FFFFFF"/>
                </a:solidFill>
                <a:latin typeface="Verdana"/>
                <a:cs typeface="Verdana"/>
              </a:rPr>
              <a:t>sector </a:t>
            </a:r>
            <a:r>
              <a:rPr sz="1500" spc="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500" spc="55" dirty="0">
                <a:solidFill>
                  <a:srgbClr val="FFFFFF"/>
                </a:solidFill>
                <a:latin typeface="Verdana"/>
                <a:cs typeface="Verdana"/>
              </a:rPr>
              <a:t>preferences.</a:t>
            </a:r>
            <a:endParaRPr sz="15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028700" y="9248775"/>
            <a:ext cx="5790565" cy="0"/>
          </a:xfrm>
          <a:custGeom>
            <a:avLst/>
            <a:gdLst/>
            <a:ahLst/>
            <a:cxnLst/>
            <a:rect l="l" t="t" r="r" b="b"/>
            <a:pathLst>
              <a:path w="5790565">
                <a:moveTo>
                  <a:pt x="0" y="0"/>
                </a:moveTo>
                <a:lnTo>
                  <a:pt x="5790169" y="0"/>
                </a:lnTo>
              </a:path>
            </a:pathLst>
          </a:custGeom>
          <a:ln w="19049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6818869" y="9144681"/>
            <a:ext cx="10440670" cy="189230"/>
            <a:chOff x="6818869" y="9144681"/>
            <a:chExt cx="10440670" cy="189230"/>
          </a:xfrm>
        </p:grpSpPr>
        <p:sp>
          <p:nvSpPr>
            <p:cNvPr id="5" name="object 5"/>
            <p:cNvSpPr/>
            <p:nvPr/>
          </p:nvSpPr>
          <p:spPr>
            <a:xfrm>
              <a:off x="7514094" y="9248774"/>
              <a:ext cx="9745345" cy="0"/>
            </a:xfrm>
            <a:custGeom>
              <a:avLst/>
              <a:gdLst/>
              <a:ahLst/>
              <a:cxnLst/>
              <a:rect l="l" t="t" r="r" b="b"/>
              <a:pathLst>
                <a:path w="9745344">
                  <a:moveTo>
                    <a:pt x="0" y="0"/>
                  </a:moveTo>
                  <a:lnTo>
                    <a:pt x="9745204" y="0"/>
                  </a:lnTo>
                </a:path>
              </a:pathLst>
            </a:custGeom>
            <a:ln w="1904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818869" y="9144681"/>
              <a:ext cx="695325" cy="189230"/>
            </a:xfrm>
            <a:custGeom>
              <a:avLst/>
              <a:gdLst/>
              <a:ahLst/>
              <a:cxnLst/>
              <a:rect l="l" t="t" r="r" b="b"/>
              <a:pathLst>
                <a:path w="695325" h="189229">
                  <a:moveTo>
                    <a:pt x="695224" y="189136"/>
                  </a:moveTo>
                  <a:lnTo>
                    <a:pt x="0" y="189136"/>
                  </a:lnTo>
                  <a:lnTo>
                    <a:pt x="0" y="0"/>
                  </a:lnTo>
                  <a:lnTo>
                    <a:pt x="695224" y="0"/>
                  </a:lnTo>
                  <a:lnTo>
                    <a:pt x="695224" y="189136"/>
                  </a:lnTo>
                  <a:close/>
                </a:path>
              </a:pathLst>
            </a:custGeom>
            <a:solidFill>
              <a:srgbClr val="0986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/>
          <p:nvPr/>
        </p:nvSpPr>
        <p:spPr>
          <a:xfrm>
            <a:off x="2426300" y="5323735"/>
            <a:ext cx="6260465" cy="3036570"/>
          </a:xfrm>
          <a:custGeom>
            <a:avLst/>
            <a:gdLst/>
            <a:ahLst/>
            <a:cxnLst/>
            <a:rect l="l" t="t" r="r" b="b"/>
            <a:pathLst>
              <a:path w="6260465" h="3036570">
                <a:moveTo>
                  <a:pt x="6061317" y="0"/>
                </a:moveTo>
                <a:lnTo>
                  <a:pt x="6121749" y="41603"/>
                </a:lnTo>
                <a:lnTo>
                  <a:pt x="6157379" y="73872"/>
                </a:lnTo>
                <a:lnTo>
                  <a:pt x="6189648" y="109502"/>
                </a:lnTo>
                <a:lnTo>
                  <a:pt x="6218042" y="147857"/>
                </a:lnTo>
                <a:lnTo>
                  <a:pt x="6229390" y="166822"/>
                </a:lnTo>
              </a:path>
              <a:path w="6260465" h="3036570">
                <a:moveTo>
                  <a:pt x="6259894" y="2742023"/>
                </a:moveTo>
                <a:lnTo>
                  <a:pt x="6242430" y="2778976"/>
                </a:lnTo>
                <a:lnTo>
                  <a:pt x="6218042" y="2819736"/>
                </a:lnTo>
                <a:lnTo>
                  <a:pt x="6189648" y="2858091"/>
                </a:lnTo>
                <a:lnTo>
                  <a:pt x="6157379" y="2893722"/>
                </a:lnTo>
                <a:lnTo>
                  <a:pt x="6121749" y="2925991"/>
                </a:lnTo>
                <a:lnTo>
                  <a:pt x="6083394" y="2954385"/>
                </a:lnTo>
                <a:lnTo>
                  <a:pt x="6042633" y="2978773"/>
                </a:lnTo>
                <a:lnTo>
                  <a:pt x="5999785" y="2999023"/>
                </a:lnTo>
                <a:lnTo>
                  <a:pt x="5955168" y="3015002"/>
                </a:lnTo>
                <a:lnTo>
                  <a:pt x="5909101" y="3026579"/>
                </a:lnTo>
                <a:lnTo>
                  <a:pt x="5861902" y="3033622"/>
                </a:lnTo>
                <a:lnTo>
                  <a:pt x="5813889" y="3035999"/>
                </a:lnTo>
                <a:lnTo>
                  <a:pt x="485766" y="3035999"/>
                </a:lnTo>
                <a:lnTo>
                  <a:pt x="437754" y="3033622"/>
                </a:lnTo>
                <a:lnTo>
                  <a:pt x="390555" y="3026579"/>
                </a:lnTo>
                <a:lnTo>
                  <a:pt x="344488" y="3015002"/>
                </a:lnTo>
                <a:lnTo>
                  <a:pt x="299871" y="2999023"/>
                </a:lnTo>
                <a:lnTo>
                  <a:pt x="257023" y="2978773"/>
                </a:lnTo>
                <a:lnTo>
                  <a:pt x="216263" y="2954385"/>
                </a:lnTo>
                <a:lnTo>
                  <a:pt x="177908" y="2925991"/>
                </a:lnTo>
                <a:lnTo>
                  <a:pt x="142277" y="2893722"/>
                </a:lnTo>
                <a:lnTo>
                  <a:pt x="110008" y="2858091"/>
                </a:lnTo>
                <a:lnTo>
                  <a:pt x="81614" y="2819736"/>
                </a:lnTo>
                <a:lnTo>
                  <a:pt x="57226" y="2778976"/>
                </a:lnTo>
                <a:lnTo>
                  <a:pt x="36976" y="2736128"/>
                </a:lnTo>
                <a:lnTo>
                  <a:pt x="20997" y="2691511"/>
                </a:lnTo>
                <a:lnTo>
                  <a:pt x="9420" y="2645444"/>
                </a:lnTo>
                <a:lnTo>
                  <a:pt x="2377" y="2598245"/>
                </a:lnTo>
                <a:lnTo>
                  <a:pt x="0" y="2550233"/>
                </a:lnTo>
                <a:lnTo>
                  <a:pt x="0" y="417360"/>
                </a:lnTo>
                <a:lnTo>
                  <a:pt x="2377" y="369348"/>
                </a:lnTo>
                <a:lnTo>
                  <a:pt x="9420" y="322150"/>
                </a:lnTo>
                <a:lnTo>
                  <a:pt x="20997" y="276082"/>
                </a:lnTo>
                <a:lnTo>
                  <a:pt x="36976" y="231466"/>
                </a:lnTo>
                <a:lnTo>
                  <a:pt x="57226" y="188618"/>
                </a:lnTo>
                <a:lnTo>
                  <a:pt x="81614" y="147857"/>
                </a:lnTo>
                <a:lnTo>
                  <a:pt x="110008" y="109502"/>
                </a:lnTo>
              </a:path>
            </a:pathLst>
          </a:custGeom>
          <a:ln w="190499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5474590" y="5344700"/>
            <a:ext cx="109855" cy="107314"/>
          </a:xfrm>
          <a:custGeom>
            <a:avLst/>
            <a:gdLst/>
            <a:ahLst/>
            <a:cxnLst/>
            <a:rect l="l" t="t" r="r" b="b"/>
            <a:pathLst>
              <a:path w="109855" h="107314">
                <a:moveTo>
                  <a:pt x="0" y="0"/>
                </a:moveTo>
                <a:lnTo>
                  <a:pt x="27877" y="20637"/>
                </a:lnTo>
                <a:lnTo>
                  <a:pt x="63507" y="52906"/>
                </a:lnTo>
                <a:lnTo>
                  <a:pt x="95776" y="88537"/>
                </a:lnTo>
                <a:lnTo>
                  <a:pt x="109533" y="107120"/>
                </a:lnTo>
              </a:path>
            </a:pathLst>
          </a:custGeom>
          <a:ln w="190499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9380718" y="5376269"/>
            <a:ext cx="6234430" cy="2983865"/>
          </a:xfrm>
          <a:custGeom>
            <a:avLst/>
            <a:gdLst/>
            <a:ahLst/>
            <a:cxnLst/>
            <a:rect l="l" t="t" r="r" b="b"/>
            <a:pathLst>
              <a:path w="6234430" h="2983865">
                <a:moveTo>
                  <a:pt x="6233920" y="2740666"/>
                </a:moveTo>
                <a:lnTo>
                  <a:pt x="6189648" y="2805557"/>
                </a:lnTo>
                <a:lnTo>
                  <a:pt x="6157379" y="2841187"/>
                </a:lnTo>
                <a:lnTo>
                  <a:pt x="6121749" y="2873456"/>
                </a:lnTo>
                <a:lnTo>
                  <a:pt x="6083394" y="2901851"/>
                </a:lnTo>
                <a:lnTo>
                  <a:pt x="6042633" y="2926239"/>
                </a:lnTo>
                <a:lnTo>
                  <a:pt x="5999785" y="2946488"/>
                </a:lnTo>
                <a:lnTo>
                  <a:pt x="5955168" y="2962468"/>
                </a:lnTo>
                <a:lnTo>
                  <a:pt x="5909101" y="2974045"/>
                </a:lnTo>
                <a:lnTo>
                  <a:pt x="5861902" y="2981088"/>
                </a:lnTo>
                <a:lnTo>
                  <a:pt x="5813889" y="2983465"/>
                </a:lnTo>
                <a:lnTo>
                  <a:pt x="485766" y="2983465"/>
                </a:lnTo>
                <a:lnTo>
                  <a:pt x="437754" y="2981088"/>
                </a:lnTo>
                <a:lnTo>
                  <a:pt x="390555" y="2974045"/>
                </a:lnTo>
                <a:lnTo>
                  <a:pt x="344488" y="2962468"/>
                </a:lnTo>
                <a:lnTo>
                  <a:pt x="299871" y="2946488"/>
                </a:lnTo>
                <a:lnTo>
                  <a:pt x="257023" y="2926239"/>
                </a:lnTo>
                <a:lnTo>
                  <a:pt x="216263" y="2901851"/>
                </a:lnTo>
                <a:lnTo>
                  <a:pt x="177908" y="2873456"/>
                </a:lnTo>
                <a:lnTo>
                  <a:pt x="142277" y="2841187"/>
                </a:lnTo>
                <a:lnTo>
                  <a:pt x="110008" y="2805557"/>
                </a:lnTo>
                <a:lnTo>
                  <a:pt x="81614" y="2767202"/>
                </a:lnTo>
                <a:lnTo>
                  <a:pt x="57226" y="2726441"/>
                </a:lnTo>
                <a:lnTo>
                  <a:pt x="36976" y="2683593"/>
                </a:lnTo>
                <a:lnTo>
                  <a:pt x="20997" y="2638976"/>
                </a:lnTo>
                <a:lnTo>
                  <a:pt x="9420" y="2592909"/>
                </a:lnTo>
                <a:lnTo>
                  <a:pt x="2377" y="2545710"/>
                </a:lnTo>
                <a:lnTo>
                  <a:pt x="0" y="2497698"/>
                </a:lnTo>
                <a:lnTo>
                  <a:pt x="0" y="364826"/>
                </a:lnTo>
                <a:lnTo>
                  <a:pt x="2377" y="316814"/>
                </a:lnTo>
              </a:path>
              <a:path w="6234430" h="2983865">
                <a:moveTo>
                  <a:pt x="73638" y="108653"/>
                </a:moveTo>
                <a:lnTo>
                  <a:pt x="81614" y="95323"/>
                </a:lnTo>
                <a:lnTo>
                  <a:pt x="110008" y="56968"/>
                </a:lnTo>
                <a:lnTo>
                  <a:pt x="142277" y="21337"/>
                </a:lnTo>
                <a:lnTo>
                  <a:pt x="165838" y="0"/>
                </a:lnTo>
              </a:path>
            </a:pathLst>
          </a:custGeom>
          <a:ln w="190499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71523" y="5029200"/>
            <a:ext cx="1333499" cy="1333499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525942" y="5029200"/>
            <a:ext cx="1333499" cy="1333499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5677411" y="1974366"/>
            <a:ext cx="6933565" cy="1768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1400" b="1" spc="690" dirty="0">
                <a:solidFill>
                  <a:srgbClr val="FFFFFF"/>
                </a:solidFill>
                <a:latin typeface="Trebuchet MS"/>
                <a:cs typeface="Trebuchet MS"/>
              </a:rPr>
              <a:t>SERVICES</a:t>
            </a:r>
            <a:endParaRPr sz="11400">
              <a:latin typeface="Trebuchet MS"/>
              <a:cs typeface="Trebuchet MS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15533188" y="642429"/>
            <a:ext cx="1736089" cy="605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800" b="0" spc="114" dirty="0">
                <a:latin typeface="Verdana"/>
                <a:cs typeface="Verdana"/>
              </a:rPr>
              <a:t>Page</a:t>
            </a:r>
            <a:r>
              <a:rPr sz="2800" b="0" spc="80" dirty="0">
                <a:latin typeface="Verdana"/>
                <a:cs typeface="Verdana"/>
              </a:rPr>
              <a:t> </a:t>
            </a:r>
            <a:r>
              <a:rPr sz="5700" spc="150" baseline="-6578" dirty="0">
                <a:solidFill>
                  <a:srgbClr val="0986DE"/>
                </a:solidFill>
              </a:rPr>
              <a:t>08</a:t>
            </a:r>
            <a:endParaRPr sz="5700" baseline="-6578">
              <a:latin typeface="Verdana"/>
              <a:cs typeface="Verdan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065340" y="5687266"/>
            <a:ext cx="4644390" cy="1685925"/>
          </a:xfrm>
          <a:prstGeom prst="rect">
            <a:avLst/>
          </a:prstGeom>
        </p:spPr>
        <p:txBody>
          <a:bodyPr vert="horz" wrap="square" lIns="0" tIns="2476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50"/>
              </a:spcBef>
            </a:pPr>
            <a:r>
              <a:rPr sz="3400" b="1" spc="350" dirty="0">
                <a:solidFill>
                  <a:srgbClr val="0986DE"/>
                </a:solidFill>
                <a:latin typeface="Trebuchet MS"/>
                <a:cs typeface="Trebuchet MS"/>
              </a:rPr>
              <a:t>S</a:t>
            </a:r>
            <a:r>
              <a:rPr sz="3400" b="1" spc="114" dirty="0">
                <a:solidFill>
                  <a:srgbClr val="0986DE"/>
                </a:solidFill>
                <a:latin typeface="Trebuchet MS"/>
                <a:cs typeface="Trebuchet MS"/>
              </a:rPr>
              <a:t>e</a:t>
            </a:r>
            <a:r>
              <a:rPr sz="3400" b="1" spc="-40" dirty="0">
                <a:solidFill>
                  <a:srgbClr val="0986DE"/>
                </a:solidFill>
                <a:latin typeface="Trebuchet MS"/>
                <a:cs typeface="Trebuchet MS"/>
              </a:rPr>
              <a:t>r</a:t>
            </a:r>
            <a:r>
              <a:rPr sz="3400" b="1" spc="85" dirty="0">
                <a:solidFill>
                  <a:srgbClr val="0986DE"/>
                </a:solidFill>
                <a:latin typeface="Trebuchet MS"/>
                <a:cs typeface="Trebuchet MS"/>
              </a:rPr>
              <a:t>v</a:t>
            </a:r>
            <a:r>
              <a:rPr sz="3400" b="1" spc="-45" dirty="0">
                <a:solidFill>
                  <a:srgbClr val="0986DE"/>
                </a:solidFill>
                <a:latin typeface="Trebuchet MS"/>
                <a:cs typeface="Trebuchet MS"/>
              </a:rPr>
              <a:t>i</a:t>
            </a:r>
            <a:r>
              <a:rPr sz="3400" b="1" spc="210" dirty="0">
                <a:solidFill>
                  <a:srgbClr val="0986DE"/>
                </a:solidFill>
                <a:latin typeface="Trebuchet MS"/>
                <a:cs typeface="Trebuchet MS"/>
              </a:rPr>
              <a:t>c</a:t>
            </a:r>
            <a:r>
              <a:rPr sz="3400" b="1" spc="120" dirty="0">
                <a:solidFill>
                  <a:srgbClr val="0986DE"/>
                </a:solidFill>
                <a:latin typeface="Trebuchet MS"/>
                <a:cs typeface="Trebuchet MS"/>
              </a:rPr>
              <a:t>e</a:t>
            </a:r>
            <a:r>
              <a:rPr sz="3400" b="1" spc="-260" dirty="0">
                <a:solidFill>
                  <a:srgbClr val="0986DE"/>
                </a:solidFill>
                <a:latin typeface="Trebuchet MS"/>
                <a:cs typeface="Trebuchet MS"/>
              </a:rPr>
              <a:t> </a:t>
            </a:r>
            <a:r>
              <a:rPr sz="3400" b="1" spc="-135" dirty="0">
                <a:solidFill>
                  <a:srgbClr val="0986DE"/>
                </a:solidFill>
                <a:latin typeface="Trebuchet MS"/>
                <a:cs typeface="Trebuchet MS"/>
              </a:rPr>
              <a:t>1</a:t>
            </a:r>
            <a:endParaRPr sz="3400">
              <a:latin typeface="Trebuchet MS"/>
              <a:cs typeface="Trebuchet MS"/>
            </a:endParaRPr>
          </a:p>
          <a:p>
            <a:pPr marL="12700" marR="5080">
              <a:lnSpc>
                <a:spcPct val="113300"/>
              </a:lnSpc>
              <a:spcBef>
                <a:spcPts val="615"/>
              </a:spcBef>
            </a:pPr>
            <a:r>
              <a:rPr sz="1600" spc="95" dirty="0">
                <a:solidFill>
                  <a:srgbClr val="FFFFFF"/>
                </a:solidFill>
                <a:latin typeface="Verdana"/>
                <a:cs typeface="Verdana"/>
              </a:rPr>
              <a:t>Off</a:t>
            </a:r>
            <a:r>
              <a:rPr sz="1600" spc="7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1600" spc="10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1600" spc="-1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spc="120" dirty="0">
                <a:solidFill>
                  <a:srgbClr val="FFFFFF"/>
                </a:solidFill>
                <a:latin typeface="Verdana"/>
                <a:cs typeface="Verdana"/>
              </a:rPr>
              <a:t>p</a:t>
            </a:r>
            <a:r>
              <a:rPr sz="1600" spc="7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1600" spc="5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1600" spc="4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1600" spc="75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1600" spc="40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1600" spc="30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1600" spc="-20" dirty="0">
                <a:solidFill>
                  <a:srgbClr val="FFFFFF"/>
                </a:solidFill>
                <a:latin typeface="Verdana"/>
                <a:cs typeface="Verdana"/>
              </a:rPr>
              <a:t>li</a:t>
            </a:r>
            <a:r>
              <a:rPr sz="1600" spc="-10" dirty="0">
                <a:solidFill>
                  <a:srgbClr val="FFFFFF"/>
                </a:solidFill>
                <a:latin typeface="Verdana"/>
                <a:cs typeface="Verdana"/>
              </a:rPr>
              <a:t>z</a:t>
            </a:r>
            <a:r>
              <a:rPr sz="1600" spc="7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1600" spc="125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1600" spc="-1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spc="4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1600" spc="65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1600" spc="75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1600" spc="175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sz="1600" spc="-25" dirty="0">
                <a:solidFill>
                  <a:srgbClr val="FFFFFF"/>
                </a:solidFill>
                <a:latin typeface="Verdana"/>
                <a:cs typeface="Verdana"/>
              </a:rPr>
              <a:t>k</a:t>
            </a:r>
            <a:r>
              <a:rPr sz="1600" spc="-1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spc="5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1600" spc="7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1600" spc="175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sz="1600" spc="75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1600" spc="80" dirty="0">
                <a:solidFill>
                  <a:srgbClr val="FFFFFF"/>
                </a:solidFill>
                <a:latin typeface="Verdana"/>
                <a:cs typeface="Verdana"/>
              </a:rPr>
              <a:t>mm</a:t>
            </a:r>
            <a:r>
              <a:rPr sz="1600" spc="7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1600" spc="40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1600" spc="120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1600" spc="30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1600" spc="65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1600" spc="-20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1600" spc="75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1600" spc="40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1600" spc="35" dirty="0">
                <a:solidFill>
                  <a:srgbClr val="FFFFFF"/>
                </a:solidFill>
                <a:latin typeface="Verdana"/>
                <a:cs typeface="Verdana"/>
              </a:rPr>
              <a:t>s  </a:t>
            </a:r>
            <a:r>
              <a:rPr sz="1600" spc="75" dirty="0">
                <a:solidFill>
                  <a:srgbClr val="FFFFFF"/>
                </a:solidFill>
                <a:latin typeface="Verdana"/>
                <a:cs typeface="Verdana"/>
              </a:rPr>
              <a:t>based </a:t>
            </a:r>
            <a:r>
              <a:rPr sz="1600" spc="60" dirty="0">
                <a:solidFill>
                  <a:srgbClr val="FFFFFF"/>
                </a:solidFill>
                <a:latin typeface="Verdana"/>
                <a:cs typeface="Verdana"/>
              </a:rPr>
              <a:t>on </a:t>
            </a:r>
            <a:r>
              <a:rPr sz="1600" spc="35" dirty="0">
                <a:solidFill>
                  <a:srgbClr val="FFFFFF"/>
                </a:solidFill>
                <a:latin typeface="Verdana"/>
                <a:cs typeface="Verdana"/>
              </a:rPr>
              <a:t>user </a:t>
            </a:r>
            <a:r>
              <a:rPr sz="1600" spc="50" dirty="0">
                <a:solidFill>
                  <a:srgbClr val="FFFFFF"/>
                </a:solidFill>
                <a:latin typeface="Verdana"/>
                <a:cs typeface="Verdana"/>
              </a:rPr>
              <a:t>preferences, </a:t>
            </a:r>
            <a:r>
              <a:rPr sz="1600" spc="40" dirty="0">
                <a:solidFill>
                  <a:srgbClr val="FFFFFF"/>
                </a:solidFill>
                <a:latin typeface="Verdana"/>
                <a:cs typeface="Verdana"/>
              </a:rPr>
              <a:t>investment </a:t>
            </a:r>
            <a:r>
              <a:rPr sz="1600" spc="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spc="20" dirty="0">
                <a:solidFill>
                  <a:srgbClr val="FFFFFF"/>
                </a:solidFill>
                <a:latin typeface="Verdana"/>
                <a:cs typeface="Verdana"/>
              </a:rPr>
              <a:t>objectives,</a:t>
            </a:r>
            <a:r>
              <a:rPr sz="1600" spc="-1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spc="65" dirty="0">
                <a:solidFill>
                  <a:srgbClr val="FFFFFF"/>
                </a:solidFill>
                <a:latin typeface="Verdana"/>
                <a:cs typeface="Verdana"/>
              </a:rPr>
              <a:t>and</a:t>
            </a:r>
            <a:r>
              <a:rPr sz="1600" spc="-1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spc="40" dirty="0">
                <a:solidFill>
                  <a:srgbClr val="FFFFFF"/>
                </a:solidFill>
                <a:latin typeface="Verdana"/>
                <a:cs typeface="Verdana"/>
              </a:rPr>
              <a:t>market</a:t>
            </a:r>
            <a:r>
              <a:rPr sz="1600" spc="-1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spc="55" dirty="0">
                <a:solidFill>
                  <a:srgbClr val="FFFFFF"/>
                </a:solidFill>
                <a:latin typeface="Verdana"/>
                <a:cs typeface="Verdana"/>
              </a:rPr>
              <a:t>trends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0019760" y="5687266"/>
            <a:ext cx="4448175" cy="1685925"/>
          </a:xfrm>
          <a:prstGeom prst="rect">
            <a:avLst/>
          </a:prstGeom>
        </p:spPr>
        <p:txBody>
          <a:bodyPr vert="horz" wrap="square" lIns="0" tIns="2476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50"/>
              </a:spcBef>
            </a:pPr>
            <a:r>
              <a:rPr sz="3400" b="1" spc="350" dirty="0">
                <a:solidFill>
                  <a:srgbClr val="0986DE"/>
                </a:solidFill>
                <a:latin typeface="Trebuchet MS"/>
                <a:cs typeface="Trebuchet MS"/>
              </a:rPr>
              <a:t>S</a:t>
            </a:r>
            <a:r>
              <a:rPr sz="3400" b="1" spc="114" dirty="0">
                <a:solidFill>
                  <a:srgbClr val="0986DE"/>
                </a:solidFill>
                <a:latin typeface="Trebuchet MS"/>
                <a:cs typeface="Trebuchet MS"/>
              </a:rPr>
              <a:t>e</a:t>
            </a:r>
            <a:r>
              <a:rPr sz="3400" b="1" spc="-40" dirty="0">
                <a:solidFill>
                  <a:srgbClr val="0986DE"/>
                </a:solidFill>
                <a:latin typeface="Trebuchet MS"/>
                <a:cs typeface="Trebuchet MS"/>
              </a:rPr>
              <a:t>r</a:t>
            </a:r>
            <a:r>
              <a:rPr sz="3400" b="1" spc="85" dirty="0">
                <a:solidFill>
                  <a:srgbClr val="0986DE"/>
                </a:solidFill>
                <a:latin typeface="Trebuchet MS"/>
                <a:cs typeface="Trebuchet MS"/>
              </a:rPr>
              <a:t>v</a:t>
            </a:r>
            <a:r>
              <a:rPr sz="3400" b="1" spc="-45" dirty="0">
                <a:solidFill>
                  <a:srgbClr val="0986DE"/>
                </a:solidFill>
                <a:latin typeface="Trebuchet MS"/>
                <a:cs typeface="Trebuchet MS"/>
              </a:rPr>
              <a:t>i</a:t>
            </a:r>
            <a:r>
              <a:rPr sz="3400" b="1" spc="210" dirty="0">
                <a:solidFill>
                  <a:srgbClr val="0986DE"/>
                </a:solidFill>
                <a:latin typeface="Trebuchet MS"/>
                <a:cs typeface="Trebuchet MS"/>
              </a:rPr>
              <a:t>c</a:t>
            </a:r>
            <a:r>
              <a:rPr sz="3400" b="1" spc="120" dirty="0">
                <a:solidFill>
                  <a:srgbClr val="0986DE"/>
                </a:solidFill>
                <a:latin typeface="Trebuchet MS"/>
                <a:cs typeface="Trebuchet MS"/>
              </a:rPr>
              <a:t>e</a:t>
            </a:r>
            <a:r>
              <a:rPr sz="3400" b="1" spc="-260" dirty="0">
                <a:solidFill>
                  <a:srgbClr val="0986DE"/>
                </a:solidFill>
                <a:latin typeface="Trebuchet MS"/>
                <a:cs typeface="Trebuchet MS"/>
              </a:rPr>
              <a:t> </a:t>
            </a:r>
            <a:r>
              <a:rPr sz="3400" b="1" spc="45" dirty="0">
                <a:solidFill>
                  <a:srgbClr val="0986DE"/>
                </a:solidFill>
                <a:latin typeface="Trebuchet MS"/>
                <a:cs typeface="Trebuchet MS"/>
              </a:rPr>
              <a:t>2</a:t>
            </a:r>
            <a:endParaRPr sz="3400">
              <a:latin typeface="Trebuchet MS"/>
              <a:cs typeface="Trebuchet MS"/>
            </a:endParaRPr>
          </a:p>
          <a:p>
            <a:pPr marL="12700" marR="5080">
              <a:lnSpc>
                <a:spcPct val="113300"/>
              </a:lnSpc>
              <a:spcBef>
                <a:spcPts val="615"/>
              </a:spcBef>
            </a:pPr>
            <a:r>
              <a:rPr sz="1600" spc="35" dirty="0">
                <a:solidFill>
                  <a:srgbClr val="FFFFFF"/>
                </a:solidFill>
                <a:latin typeface="Verdana"/>
                <a:cs typeface="Verdana"/>
              </a:rPr>
              <a:t>Enable</a:t>
            </a:r>
            <a:r>
              <a:rPr sz="1600" spc="-1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spc="35" dirty="0">
                <a:solidFill>
                  <a:srgbClr val="FFFFFF"/>
                </a:solidFill>
                <a:latin typeface="Verdana"/>
                <a:cs typeface="Verdana"/>
              </a:rPr>
              <a:t>users</a:t>
            </a:r>
            <a:r>
              <a:rPr sz="1600" spc="-1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spc="75" dirty="0">
                <a:solidFill>
                  <a:srgbClr val="FFFFFF"/>
                </a:solidFill>
                <a:latin typeface="Verdana"/>
                <a:cs typeface="Verdana"/>
              </a:rPr>
              <a:t>to</a:t>
            </a:r>
            <a:r>
              <a:rPr sz="1600" spc="-1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spc="50" dirty="0">
                <a:solidFill>
                  <a:srgbClr val="FFFFFF"/>
                </a:solidFill>
                <a:latin typeface="Verdana"/>
                <a:cs typeface="Verdana"/>
              </a:rPr>
              <a:t>track</a:t>
            </a:r>
            <a:r>
              <a:rPr sz="1600" spc="-1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spc="60" dirty="0">
                <a:solidFill>
                  <a:srgbClr val="FFFFFF"/>
                </a:solidFill>
                <a:latin typeface="Verdana"/>
                <a:cs typeface="Verdana"/>
              </a:rPr>
              <a:t>the</a:t>
            </a:r>
            <a:r>
              <a:rPr sz="1600" spc="-1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spc="70" dirty="0">
                <a:solidFill>
                  <a:srgbClr val="FFFFFF"/>
                </a:solidFill>
                <a:latin typeface="Verdana"/>
                <a:cs typeface="Verdana"/>
              </a:rPr>
              <a:t>performance</a:t>
            </a:r>
            <a:r>
              <a:rPr sz="1600" spc="-1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spc="90" dirty="0">
                <a:solidFill>
                  <a:srgbClr val="FFFFFF"/>
                </a:solidFill>
                <a:latin typeface="Verdana"/>
                <a:cs typeface="Verdana"/>
              </a:rPr>
              <a:t>of </a:t>
            </a:r>
            <a:r>
              <a:rPr sz="1600" spc="-5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spc="65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1600" spc="40" dirty="0">
                <a:solidFill>
                  <a:srgbClr val="FFFFFF"/>
                </a:solidFill>
                <a:latin typeface="Verdana"/>
                <a:cs typeface="Verdana"/>
              </a:rPr>
              <a:t>h</a:t>
            </a:r>
            <a:r>
              <a:rPr sz="1600" spc="7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1600" spc="-20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1600" spc="10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1600" spc="-1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spc="-20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1600" spc="40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1600" spc="-60" dirty="0">
                <a:solidFill>
                  <a:srgbClr val="FFFFFF"/>
                </a:solidFill>
                <a:latin typeface="Verdana"/>
                <a:cs typeface="Verdana"/>
              </a:rPr>
              <a:t>v</a:t>
            </a:r>
            <a:r>
              <a:rPr sz="1600" spc="7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1600" spc="4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1600" spc="65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1600" spc="80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1600" spc="7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1600" spc="40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1600" spc="65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1600" spc="45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1600" spc="-1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spc="30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1600" spc="40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1600" spc="125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1600" spc="-1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spc="120" dirty="0">
                <a:solidFill>
                  <a:srgbClr val="FFFFFF"/>
                </a:solidFill>
                <a:latin typeface="Verdana"/>
                <a:cs typeface="Verdana"/>
              </a:rPr>
              <a:t>b</a:t>
            </a:r>
            <a:r>
              <a:rPr sz="1600" spc="7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1600" spc="40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1600" spc="175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sz="1600" spc="40" dirty="0">
                <a:solidFill>
                  <a:srgbClr val="FFFFFF"/>
                </a:solidFill>
                <a:latin typeface="Verdana"/>
                <a:cs typeface="Verdana"/>
              </a:rPr>
              <a:t>h</a:t>
            </a:r>
            <a:r>
              <a:rPr sz="1600" spc="80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1600" spc="30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1600" spc="5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1600" spc="-25" dirty="0">
                <a:solidFill>
                  <a:srgbClr val="FFFFFF"/>
                </a:solidFill>
                <a:latin typeface="Verdana"/>
                <a:cs typeface="Verdana"/>
              </a:rPr>
              <a:t>k</a:t>
            </a:r>
            <a:r>
              <a:rPr sz="1600" spc="-1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spc="30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1600" spc="95" dirty="0">
                <a:solidFill>
                  <a:srgbClr val="FFFFFF"/>
                </a:solidFill>
                <a:latin typeface="Verdana"/>
                <a:cs typeface="Verdana"/>
              </a:rPr>
              <a:t>g</a:t>
            </a:r>
            <a:r>
              <a:rPr sz="1600" spc="30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1600" spc="-20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1600" spc="40" dirty="0">
                <a:solidFill>
                  <a:srgbClr val="FFFFFF"/>
                </a:solidFill>
                <a:latin typeface="Verdana"/>
                <a:cs typeface="Verdana"/>
              </a:rPr>
              <a:t>ns</a:t>
            </a:r>
            <a:r>
              <a:rPr sz="1600" spc="65" dirty="0">
                <a:solidFill>
                  <a:srgbClr val="FFFFFF"/>
                </a:solidFill>
                <a:latin typeface="Verdana"/>
                <a:cs typeface="Verdana"/>
              </a:rPr>
              <a:t>t  </a:t>
            </a:r>
            <a:r>
              <a:rPr sz="1600" spc="25" dirty="0">
                <a:solidFill>
                  <a:srgbClr val="FFFFFF"/>
                </a:solidFill>
                <a:latin typeface="Verdana"/>
                <a:cs typeface="Verdana"/>
              </a:rPr>
              <a:t>relevant</a:t>
            </a:r>
            <a:r>
              <a:rPr sz="1600" spc="-1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spc="40" dirty="0">
                <a:solidFill>
                  <a:srgbClr val="FFFFFF"/>
                </a:solidFill>
                <a:latin typeface="Verdana"/>
                <a:cs typeface="Verdana"/>
              </a:rPr>
              <a:t>market</a:t>
            </a:r>
            <a:r>
              <a:rPr sz="1600" spc="-1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spc="25" dirty="0">
                <a:solidFill>
                  <a:srgbClr val="FFFFFF"/>
                </a:solidFill>
                <a:latin typeface="Verdana"/>
                <a:cs typeface="Verdana"/>
              </a:rPr>
              <a:t>indices.</a:t>
            </a:r>
            <a:endParaRPr sz="16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0986DE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780150" y="9593484"/>
            <a:ext cx="16230600" cy="189230"/>
            <a:chOff x="780150" y="9593484"/>
            <a:chExt cx="16230600" cy="189230"/>
          </a:xfrm>
        </p:grpSpPr>
        <p:sp>
          <p:nvSpPr>
            <p:cNvPr id="4" name="object 4"/>
            <p:cNvSpPr/>
            <p:nvPr/>
          </p:nvSpPr>
          <p:spPr>
            <a:xfrm>
              <a:off x="780150" y="9697574"/>
              <a:ext cx="16230600" cy="0"/>
            </a:xfrm>
            <a:custGeom>
              <a:avLst/>
              <a:gdLst/>
              <a:ahLst/>
              <a:cxnLst/>
              <a:rect l="l" t="t" r="r" b="b"/>
              <a:pathLst>
                <a:path w="16230600">
                  <a:moveTo>
                    <a:pt x="0" y="0"/>
                  </a:moveTo>
                  <a:lnTo>
                    <a:pt x="16230598" y="0"/>
                  </a:lnTo>
                </a:path>
              </a:pathLst>
            </a:custGeom>
            <a:ln w="1904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9295274" y="9593484"/>
              <a:ext cx="695325" cy="189230"/>
            </a:xfrm>
            <a:custGeom>
              <a:avLst/>
              <a:gdLst/>
              <a:ahLst/>
              <a:cxnLst/>
              <a:rect l="l" t="t" r="r" b="b"/>
              <a:pathLst>
                <a:path w="695325" h="189229">
                  <a:moveTo>
                    <a:pt x="695224" y="189136"/>
                  </a:moveTo>
                  <a:lnTo>
                    <a:pt x="0" y="189136"/>
                  </a:lnTo>
                  <a:lnTo>
                    <a:pt x="0" y="0"/>
                  </a:lnTo>
                  <a:lnTo>
                    <a:pt x="695224" y="0"/>
                  </a:lnTo>
                  <a:lnTo>
                    <a:pt x="695224" y="18913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/>
          <p:nvPr/>
        </p:nvSpPr>
        <p:spPr>
          <a:xfrm>
            <a:off x="1150112" y="4553214"/>
            <a:ext cx="7070725" cy="4705350"/>
          </a:xfrm>
          <a:custGeom>
            <a:avLst/>
            <a:gdLst/>
            <a:ahLst/>
            <a:cxnLst/>
            <a:rect l="l" t="t" r="r" b="b"/>
            <a:pathLst>
              <a:path w="7070725" h="4705350">
                <a:moveTo>
                  <a:pt x="6584371" y="4705083"/>
                </a:moveTo>
                <a:lnTo>
                  <a:pt x="485768" y="4705083"/>
                </a:lnTo>
                <a:lnTo>
                  <a:pt x="437762" y="4702706"/>
                </a:lnTo>
                <a:lnTo>
                  <a:pt x="390562" y="4695663"/>
                </a:lnTo>
                <a:lnTo>
                  <a:pt x="344494" y="4684085"/>
                </a:lnTo>
                <a:lnTo>
                  <a:pt x="299876" y="4668106"/>
                </a:lnTo>
                <a:lnTo>
                  <a:pt x="257028" y="4647856"/>
                </a:lnTo>
                <a:lnTo>
                  <a:pt x="216266" y="4623467"/>
                </a:lnTo>
                <a:lnTo>
                  <a:pt x="177911" y="4595072"/>
                </a:lnTo>
                <a:lnTo>
                  <a:pt x="142280" y="4562803"/>
                </a:lnTo>
                <a:lnTo>
                  <a:pt x="110010" y="4527172"/>
                </a:lnTo>
                <a:lnTo>
                  <a:pt x="81615" y="4488816"/>
                </a:lnTo>
                <a:lnTo>
                  <a:pt x="57227" y="4448055"/>
                </a:lnTo>
                <a:lnTo>
                  <a:pt x="36977" y="4405206"/>
                </a:lnTo>
                <a:lnTo>
                  <a:pt x="20997" y="4360589"/>
                </a:lnTo>
                <a:lnTo>
                  <a:pt x="9420" y="4314521"/>
                </a:lnTo>
                <a:lnTo>
                  <a:pt x="2377" y="4267321"/>
                </a:lnTo>
                <a:lnTo>
                  <a:pt x="0" y="4219308"/>
                </a:lnTo>
                <a:lnTo>
                  <a:pt x="0" y="485774"/>
                </a:lnTo>
                <a:lnTo>
                  <a:pt x="2377" y="437762"/>
                </a:lnTo>
                <a:lnTo>
                  <a:pt x="9420" y="390562"/>
                </a:lnTo>
                <a:lnTo>
                  <a:pt x="20997" y="344494"/>
                </a:lnTo>
                <a:lnTo>
                  <a:pt x="36977" y="299876"/>
                </a:lnTo>
                <a:lnTo>
                  <a:pt x="57227" y="257028"/>
                </a:lnTo>
                <a:lnTo>
                  <a:pt x="81615" y="216266"/>
                </a:lnTo>
                <a:lnTo>
                  <a:pt x="110010" y="177911"/>
                </a:lnTo>
                <a:lnTo>
                  <a:pt x="142280" y="142280"/>
                </a:lnTo>
                <a:lnTo>
                  <a:pt x="177911" y="110010"/>
                </a:lnTo>
                <a:lnTo>
                  <a:pt x="216266" y="81615"/>
                </a:lnTo>
                <a:lnTo>
                  <a:pt x="257028" y="57227"/>
                </a:lnTo>
                <a:lnTo>
                  <a:pt x="299876" y="36977"/>
                </a:lnTo>
                <a:lnTo>
                  <a:pt x="344494" y="20997"/>
                </a:lnTo>
                <a:lnTo>
                  <a:pt x="390562" y="9420"/>
                </a:lnTo>
                <a:lnTo>
                  <a:pt x="437762" y="2377"/>
                </a:lnTo>
                <a:lnTo>
                  <a:pt x="485774" y="0"/>
                </a:lnTo>
                <a:lnTo>
                  <a:pt x="6584364" y="0"/>
                </a:lnTo>
                <a:lnTo>
                  <a:pt x="6632377" y="2377"/>
                </a:lnTo>
                <a:lnTo>
                  <a:pt x="6679576" y="9420"/>
                </a:lnTo>
                <a:lnTo>
                  <a:pt x="6725644" y="20997"/>
                </a:lnTo>
                <a:lnTo>
                  <a:pt x="6770262" y="36977"/>
                </a:lnTo>
                <a:lnTo>
                  <a:pt x="6813110" y="57227"/>
                </a:lnTo>
                <a:lnTo>
                  <a:pt x="6853872" y="81615"/>
                </a:lnTo>
                <a:lnTo>
                  <a:pt x="6892227" y="110010"/>
                </a:lnTo>
                <a:lnTo>
                  <a:pt x="6927858" y="142280"/>
                </a:lnTo>
                <a:lnTo>
                  <a:pt x="6960128" y="177911"/>
                </a:lnTo>
                <a:lnTo>
                  <a:pt x="6988523" y="216266"/>
                </a:lnTo>
                <a:lnTo>
                  <a:pt x="7012911" y="257028"/>
                </a:lnTo>
                <a:lnTo>
                  <a:pt x="7033161" y="299876"/>
                </a:lnTo>
                <a:lnTo>
                  <a:pt x="7049141" y="344494"/>
                </a:lnTo>
                <a:lnTo>
                  <a:pt x="7060718" y="390562"/>
                </a:lnTo>
                <a:lnTo>
                  <a:pt x="7067762" y="437762"/>
                </a:lnTo>
                <a:lnTo>
                  <a:pt x="7070139" y="485774"/>
                </a:lnTo>
                <a:lnTo>
                  <a:pt x="7070139" y="4219308"/>
                </a:lnTo>
                <a:lnTo>
                  <a:pt x="7067762" y="4267321"/>
                </a:lnTo>
                <a:lnTo>
                  <a:pt x="7060718" y="4314521"/>
                </a:lnTo>
                <a:lnTo>
                  <a:pt x="7049141" y="4360589"/>
                </a:lnTo>
                <a:lnTo>
                  <a:pt x="7033161" y="4405206"/>
                </a:lnTo>
                <a:lnTo>
                  <a:pt x="7012911" y="4448055"/>
                </a:lnTo>
                <a:lnTo>
                  <a:pt x="6988523" y="4488816"/>
                </a:lnTo>
                <a:lnTo>
                  <a:pt x="6960128" y="4527172"/>
                </a:lnTo>
                <a:lnTo>
                  <a:pt x="6927858" y="4562803"/>
                </a:lnTo>
                <a:lnTo>
                  <a:pt x="6892227" y="4595072"/>
                </a:lnTo>
                <a:lnTo>
                  <a:pt x="6853872" y="4623467"/>
                </a:lnTo>
                <a:lnTo>
                  <a:pt x="6813110" y="4647856"/>
                </a:lnTo>
                <a:lnTo>
                  <a:pt x="6770262" y="4668106"/>
                </a:lnTo>
                <a:lnTo>
                  <a:pt x="6725644" y="4684085"/>
                </a:lnTo>
                <a:lnTo>
                  <a:pt x="6679576" y="4695663"/>
                </a:lnTo>
                <a:lnTo>
                  <a:pt x="6632377" y="4702706"/>
                </a:lnTo>
                <a:lnTo>
                  <a:pt x="6584371" y="470508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867604" y="179334"/>
            <a:ext cx="7070138" cy="9078963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5545804" y="432379"/>
            <a:ext cx="1711325" cy="605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800" b="0" spc="114" dirty="0">
                <a:solidFill>
                  <a:srgbClr val="000000"/>
                </a:solidFill>
                <a:latin typeface="Verdana"/>
                <a:cs typeface="Verdana"/>
              </a:rPr>
              <a:t>Page</a:t>
            </a:r>
            <a:r>
              <a:rPr sz="2800" b="0" spc="-25" dirty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sz="5700" spc="89" baseline="-6578" dirty="0"/>
              <a:t>09</a:t>
            </a:r>
            <a:endParaRPr sz="5700" baseline="-6578">
              <a:latin typeface="Verdana"/>
              <a:cs typeface="Verdana"/>
            </a:endParaRPr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00174" y="5274623"/>
            <a:ext cx="161925" cy="161924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1743784" y="1921437"/>
            <a:ext cx="292036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spc="-30" dirty="0">
                <a:solidFill>
                  <a:srgbClr val="FFFFFF"/>
                </a:solidFill>
                <a:latin typeface="Tahoma"/>
                <a:cs typeface="Tahoma"/>
              </a:rPr>
              <a:t>Constraints</a:t>
            </a:r>
            <a:endParaRPr sz="4000">
              <a:latin typeface="Tahoma"/>
              <a:cs typeface="Tahoma"/>
            </a:endParaRPr>
          </a:p>
        </p:txBody>
      </p:sp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98381" y="65034"/>
            <a:ext cx="6191305" cy="4371966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2694317" y="1921437"/>
            <a:ext cx="325120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spc="-35" dirty="0">
                <a:latin typeface="Tahoma"/>
                <a:cs typeface="Tahoma"/>
              </a:rPr>
              <a:t>Assumptions</a:t>
            </a:r>
            <a:endParaRPr sz="4000">
              <a:latin typeface="Tahoma"/>
              <a:cs typeface="Tahoma"/>
            </a:endParaRPr>
          </a:p>
        </p:txBody>
      </p:sp>
      <p:pic>
        <p:nvPicPr>
          <p:cNvPr id="13" name="object 1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19224" y="6113716"/>
            <a:ext cx="161925" cy="161924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21283" y="6965956"/>
            <a:ext cx="161925" cy="161924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21283" y="7789905"/>
            <a:ext cx="161925" cy="161924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1765796" y="4770124"/>
            <a:ext cx="6452870" cy="33616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3655" marR="5080" indent="-21590">
              <a:lnSpc>
                <a:spcPct val="155700"/>
              </a:lnSpc>
              <a:spcBef>
                <a:spcPts val="90"/>
              </a:spcBef>
            </a:pPr>
            <a:r>
              <a:rPr sz="3450" spc="125" dirty="0">
                <a:solidFill>
                  <a:srgbClr val="FFFFFF"/>
                </a:solidFill>
                <a:latin typeface="Verdana"/>
                <a:cs typeface="Verdana"/>
              </a:rPr>
              <a:t>Discount</a:t>
            </a:r>
            <a:r>
              <a:rPr sz="3450" spc="-3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450" spc="100" dirty="0">
                <a:solidFill>
                  <a:srgbClr val="FFFFFF"/>
                </a:solidFill>
                <a:latin typeface="Verdana"/>
                <a:cs typeface="Verdana"/>
              </a:rPr>
              <a:t>Rate</a:t>
            </a:r>
            <a:r>
              <a:rPr sz="3450" spc="-29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450" spc="40" dirty="0">
                <a:solidFill>
                  <a:srgbClr val="FFFFFF"/>
                </a:solidFill>
                <a:latin typeface="Verdana"/>
                <a:cs typeface="Verdana"/>
              </a:rPr>
              <a:t>in</a:t>
            </a:r>
            <a:r>
              <a:rPr sz="3450" spc="-29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450" spc="125" dirty="0">
                <a:solidFill>
                  <a:srgbClr val="FFFFFF"/>
                </a:solidFill>
                <a:latin typeface="Verdana"/>
                <a:cs typeface="Verdana"/>
              </a:rPr>
              <a:t>DCF</a:t>
            </a:r>
            <a:r>
              <a:rPr sz="3450" spc="-3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450" spc="180" dirty="0">
                <a:solidFill>
                  <a:srgbClr val="FFFFFF"/>
                </a:solidFill>
                <a:latin typeface="Verdana"/>
                <a:cs typeface="Verdana"/>
              </a:rPr>
              <a:t>Model </a:t>
            </a:r>
            <a:r>
              <a:rPr sz="3450" spc="-119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550" spc="170" dirty="0">
                <a:solidFill>
                  <a:srgbClr val="FFFFFF"/>
                </a:solidFill>
                <a:latin typeface="Verdana"/>
                <a:cs typeface="Verdana"/>
              </a:rPr>
              <a:t>Mean </a:t>
            </a:r>
            <a:r>
              <a:rPr sz="3550" spc="70" dirty="0">
                <a:solidFill>
                  <a:srgbClr val="FFFFFF"/>
                </a:solidFill>
                <a:latin typeface="Verdana"/>
                <a:cs typeface="Verdana"/>
              </a:rPr>
              <a:t>Reversion </a:t>
            </a:r>
            <a:r>
              <a:rPr sz="3550" spc="40" dirty="0">
                <a:solidFill>
                  <a:srgbClr val="FFFFFF"/>
                </a:solidFill>
                <a:latin typeface="Verdana"/>
                <a:cs typeface="Verdana"/>
              </a:rPr>
              <a:t>in </a:t>
            </a:r>
            <a:r>
              <a:rPr sz="3550" spc="185" dirty="0">
                <a:solidFill>
                  <a:srgbClr val="FFFFFF"/>
                </a:solidFill>
                <a:latin typeface="Verdana"/>
                <a:cs typeface="Verdana"/>
              </a:rPr>
              <a:t>MACD </a:t>
            </a:r>
            <a:r>
              <a:rPr sz="3550" spc="19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550" spc="100" dirty="0">
                <a:solidFill>
                  <a:srgbClr val="FFFFFF"/>
                </a:solidFill>
                <a:latin typeface="Verdana"/>
                <a:cs typeface="Verdana"/>
              </a:rPr>
              <a:t>Rate</a:t>
            </a:r>
            <a:r>
              <a:rPr sz="3550" spc="-3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550" spc="215" dirty="0">
                <a:solidFill>
                  <a:srgbClr val="FFFFFF"/>
                </a:solidFill>
                <a:latin typeface="Verdana"/>
                <a:cs typeface="Verdana"/>
              </a:rPr>
              <a:t>of</a:t>
            </a:r>
            <a:r>
              <a:rPr sz="3550" spc="-3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550" spc="229" dirty="0">
                <a:solidFill>
                  <a:srgbClr val="FFFFFF"/>
                </a:solidFill>
                <a:latin typeface="Verdana"/>
                <a:cs typeface="Verdana"/>
              </a:rPr>
              <a:t>debt</a:t>
            </a:r>
            <a:r>
              <a:rPr sz="3550" spc="-3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550" spc="155" dirty="0">
                <a:solidFill>
                  <a:srgbClr val="FFFFFF"/>
                </a:solidFill>
                <a:latin typeface="Verdana"/>
                <a:cs typeface="Verdana"/>
              </a:rPr>
              <a:t>on</a:t>
            </a:r>
            <a:r>
              <a:rPr sz="3550" spc="-3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550" spc="175" dirty="0">
                <a:solidFill>
                  <a:srgbClr val="FFFFFF"/>
                </a:solidFill>
                <a:latin typeface="Verdana"/>
                <a:cs typeface="Verdana"/>
              </a:rPr>
              <a:t>companies </a:t>
            </a:r>
            <a:r>
              <a:rPr sz="3550" spc="-12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550" spc="130" dirty="0">
                <a:solidFill>
                  <a:srgbClr val="FFFFFF"/>
                </a:solidFill>
                <a:latin typeface="Verdana"/>
                <a:cs typeface="Verdana"/>
              </a:rPr>
              <a:t>Unbiased</a:t>
            </a:r>
            <a:r>
              <a:rPr sz="3550" spc="-3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550" spc="110" dirty="0">
                <a:solidFill>
                  <a:srgbClr val="FFFFFF"/>
                </a:solidFill>
                <a:latin typeface="Verdana"/>
                <a:cs typeface="Verdana"/>
              </a:rPr>
              <a:t>Sentiments</a:t>
            </a:r>
            <a:endParaRPr sz="3550">
              <a:latin typeface="Verdana"/>
              <a:cs typeface="Verdan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0748751" y="4761361"/>
            <a:ext cx="5793105" cy="3639185"/>
          </a:xfrm>
          <a:prstGeom prst="rect">
            <a:avLst/>
          </a:prstGeom>
        </p:spPr>
        <p:txBody>
          <a:bodyPr vert="horz" wrap="square" lIns="0" tIns="2825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225"/>
              </a:spcBef>
            </a:pPr>
            <a:r>
              <a:rPr sz="3550" spc="-20" dirty="0">
                <a:latin typeface="Verdana"/>
                <a:cs typeface="Verdana"/>
              </a:rPr>
              <a:t>D</a:t>
            </a:r>
            <a:r>
              <a:rPr sz="3550" spc="90" dirty="0">
                <a:latin typeface="Verdana"/>
                <a:cs typeface="Verdana"/>
              </a:rPr>
              <a:t>a</a:t>
            </a:r>
            <a:r>
              <a:rPr sz="3550" spc="165" dirty="0">
                <a:latin typeface="Verdana"/>
                <a:cs typeface="Verdana"/>
              </a:rPr>
              <a:t>t</a:t>
            </a:r>
            <a:r>
              <a:rPr sz="3550" spc="95" dirty="0">
                <a:latin typeface="Verdana"/>
                <a:cs typeface="Verdana"/>
              </a:rPr>
              <a:t>a</a:t>
            </a:r>
            <a:r>
              <a:rPr sz="3550" spc="-295" dirty="0">
                <a:latin typeface="Verdana"/>
                <a:cs typeface="Verdana"/>
              </a:rPr>
              <a:t> </a:t>
            </a:r>
            <a:r>
              <a:rPr sz="3550" spc="-20" dirty="0">
                <a:latin typeface="Verdana"/>
                <a:cs typeface="Verdana"/>
              </a:rPr>
              <a:t>D</a:t>
            </a:r>
            <a:r>
              <a:rPr sz="3550" spc="175" dirty="0">
                <a:latin typeface="Verdana"/>
                <a:cs typeface="Verdana"/>
              </a:rPr>
              <a:t>e</a:t>
            </a:r>
            <a:r>
              <a:rPr sz="3550" spc="285" dirty="0">
                <a:latin typeface="Verdana"/>
                <a:cs typeface="Verdana"/>
              </a:rPr>
              <a:t>p</a:t>
            </a:r>
            <a:r>
              <a:rPr sz="3550" spc="175" dirty="0">
                <a:latin typeface="Verdana"/>
                <a:cs typeface="Verdana"/>
              </a:rPr>
              <a:t>e</a:t>
            </a:r>
            <a:r>
              <a:rPr sz="3550" spc="114" dirty="0">
                <a:latin typeface="Verdana"/>
                <a:cs typeface="Verdana"/>
              </a:rPr>
              <a:t>n</a:t>
            </a:r>
            <a:r>
              <a:rPr sz="3550" spc="285" dirty="0">
                <a:latin typeface="Verdana"/>
                <a:cs typeface="Verdana"/>
              </a:rPr>
              <a:t>d</a:t>
            </a:r>
            <a:r>
              <a:rPr sz="3550" spc="90" dirty="0">
                <a:latin typeface="Verdana"/>
                <a:cs typeface="Verdana"/>
              </a:rPr>
              <a:t>a</a:t>
            </a:r>
            <a:r>
              <a:rPr sz="3550" spc="114" dirty="0">
                <a:latin typeface="Verdana"/>
                <a:cs typeface="Verdana"/>
              </a:rPr>
              <a:t>n</a:t>
            </a:r>
            <a:r>
              <a:rPr sz="3550" spc="415" dirty="0">
                <a:latin typeface="Verdana"/>
                <a:cs typeface="Verdana"/>
              </a:rPr>
              <a:t>c</a:t>
            </a:r>
            <a:r>
              <a:rPr sz="3550" spc="-114" dirty="0">
                <a:latin typeface="Verdana"/>
                <a:cs typeface="Verdana"/>
              </a:rPr>
              <a:t>y</a:t>
            </a:r>
            <a:endParaRPr sz="3550">
              <a:latin typeface="Verdana"/>
              <a:cs typeface="Verdana"/>
            </a:endParaRPr>
          </a:p>
          <a:p>
            <a:pPr marL="12700" marR="638810">
              <a:lnSpc>
                <a:spcPct val="116199"/>
              </a:lnSpc>
              <a:spcBef>
                <a:spcPts val="1440"/>
              </a:spcBef>
            </a:pPr>
            <a:r>
              <a:rPr sz="3550" spc="-20" dirty="0">
                <a:latin typeface="Verdana"/>
                <a:cs typeface="Verdana"/>
              </a:rPr>
              <a:t>D</a:t>
            </a:r>
            <a:r>
              <a:rPr sz="3550" spc="175" dirty="0">
                <a:latin typeface="Verdana"/>
                <a:cs typeface="Verdana"/>
              </a:rPr>
              <a:t>e</a:t>
            </a:r>
            <a:r>
              <a:rPr sz="3550" spc="-40" dirty="0">
                <a:latin typeface="Verdana"/>
                <a:cs typeface="Verdana"/>
              </a:rPr>
              <a:t>l</a:t>
            </a:r>
            <a:r>
              <a:rPr sz="3550" spc="90" dirty="0">
                <a:latin typeface="Verdana"/>
                <a:cs typeface="Verdana"/>
              </a:rPr>
              <a:t>a</a:t>
            </a:r>
            <a:r>
              <a:rPr sz="3550" spc="-120" dirty="0">
                <a:latin typeface="Verdana"/>
                <a:cs typeface="Verdana"/>
              </a:rPr>
              <a:t>y</a:t>
            </a:r>
            <a:r>
              <a:rPr sz="3550" spc="175" dirty="0">
                <a:latin typeface="Verdana"/>
                <a:cs typeface="Verdana"/>
              </a:rPr>
              <a:t>e</a:t>
            </a:r>
            <a:r>
              <a:rPr sz="3550" spc="290" dirty="0">
                <a:latin typeface="Verdana"/>
                <a:cs typeface="Verdana"/>
              </a:rPr>
              <a:t>d</a:t>
            </a:r>
            <a:r>
              <a:rPr sz="3550" spc="-295" dirty="0">
                <a:latin typeface="Verdana"/>
                <a:cs typeface="Verdana"/>
              </a:rPr>
              <a:t> </a:t>
            </a:r>
            <a:r>
              <a:rPr sz="3550" spc="285" dirty="0">
                <a:latin typeface="Verdana"/>
                <a:cs typeface="Verdana"/>
              </a:rPr>
              <a:t>d</a:t>
            </a:r>
            <a:r>
              <a:rPr sz="3550" spc="90" dirty="0">
                <a:latin typeface="Verdana"/>
                <a:cs typeface="Verdana"/>
              </a:rPr>
              <a:t>a</a:t>
            </a:r>
            <a:r>
              <a:rPr sz="3550" spc="165" dirty="0">
                <a:latin typeface="Verdana"/>
                <a:cs typeface="Verdana"/>
              </a:rPr>
              <a:t>t</a:t>
            </a:r>
            <a:r>
              <a:rPr sz="3550" spc="95" dirty="0">
                <a:latin typeface="Verdana"/>
                <a:cs typeface="Verdana"/>
              </a:rPr>
              <a:t>a</a:t>
            </a:r>
            <a:r>
              <a:rPr sz="3550" spc="-295" dirty="0">
                <a:latin typeface="Verdana"/>
                <a:cs typeface="Verdana"/>
              </a:rPr>
              <a:t> </a:t>
            </a:r>
            <a:r>
              <a:rPr sz="3550" spc="165" dirty="0">
                <a:latin typeface="Verdana"/>
                <a:cs typeface="Verdana"/>
              </a:rPr>
              <a:t>t</a:t>
            </a:r>
            <a:r>
              <a:rPr sz="3550" spc="114" dirty="0">
                <a:latin typeface="Verdana"/>
                <a:cs typeface="Verdana"/>
              </a:rPr>
              <a:t>h</a:t>
            </a:r>
            <a:r>
              <a:rPr sz="3550" spc="25" dirty="0">
                <a:latin typeface="Verdana"/>
                <a:cs typeface="Verdana"/>
              </a:rPr>
              <a:t>r</a:t>
            </a:r>
            <a:r>
              <a:rPr sz="3550" spc="190" dirty="0">
                <a:latin typeface="Verdana"/>
                <a:cs typeface="Verdana"/>
              </a:rPr>
              <a:t>o</a:t>
            </a:r>
            <a:r>
              <a:rPr sz="3550" spc="90" dirty="0">
                <a:latin typeface="Verdana"/>
                <a:cs typeface="Verdana"/>
              </a:rPr>
              <a:t>u</a:t>
            </a:r>
            <a:r>
              <a:rPr sz="3550" spc="229" dirty="0">
                <a:latin typeface="Verdana"/>
                <a:cs typeface="Verdana"/>
              </a:rPr>
              <a:t>g</a:t>
            </a:r>
            <a:r>
              <a:rPr sz="3550" spc="80" dirty="0">
                <a:latin typeface="Verdana"/>
                <a:cs typeface="Verdana"/>
              </a:rPr>
              <a:t>h  </a:t>
            </a:r>
            <a:r>
              <a:rPr sz="3550" spc="-55" dirty="0">
                <a:latin typeface="Verdana"/>
                <a:cs typeface="Verdana"/>
              </a:rPr>
              <a:t>APIs</a:t>
            </a:r>
            <a:endParaRPr sz="35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100"/>
              </a:spcBef>
            </a:pPr>
            <a:r>
              <a:rPr sz="3550" spc="290" dirty="0">
                <a:latin typeface="Verdana"/>
                <a:cs typeface="Verdana"/>
              </a:rPr>
              <a:t>M</a:t>
            </a:r>
            <a:r>
              <a:rPr sz="3550" spc="90" dirty="0">
                <a:latin typeface="Verdana"/>
                <a:cs typeface="Verdana"/>
              </a:rPr>
              <a:t>a</a:t>
            </a:r>
            <a:r>
              <a:rPr sz="3550" spc="25" dirty="0">
                <a:latin typeface="Verdana"/>
                <a:cs typeface="Verdana"/>
              </a:rPr>
              <a:t>r</a:t>
            </a:r>
            <a:r>
              <a:rPr sz="3550" spc="-40" dirty="0">
                <a:latin typeface="Verdana"/>
                <a:cs typeface="Verdana"/>
              </a:rPr>
              <a:t>k</a:t>
            </a:r>
            <a:r>
              <a:rPr sz="3550" spc="175" dirty="0">
                <a:latin typeface="Verdana"/>
                <a:cs typeface="Verdana"/>
              </a:rPr>
              <a:t>e</a:t>
            </a:r>
            <a:r>
              <a:rPr sz="3550" spc="170" dirty="0">
                <a:latin typeface="Verdana"/>
                <a:cs typeface="Verdana"/>
              </a:rPr>
              <a:t>t</a:t>
            </a:r>
            <a:r>
              <a:rPr sz="3550" spc="-295" dirty="0">
                <a:latin typeface="Verdana"/>
                <a:cs typeface="Verdana"/>
              </a:rPr>
              <a:t> </a:t>
            </a:r>
            <a:r>
              <a:rPr sz="3550" spc="-110" dirty="0">
                <a:latin typeface="Verdana"/>
                <a:cs typeface="Verdana"/>
              </a:rPr>
              <a:t>v</a:t>
            </a:r>
            <a:r>
              <a:rPr sz="3550" spc="190" dirty="0">
                <a:latin typeface="Verdana"/>
                <a:cs typeface="Verdana"/>
              </a:rPr>
              <a:t>o</a:t>
            </a:r>
            <a:r>
              <a:rPr sz="3550" spc="-40" dirty="0">
                <a:latin typeface="Verdana"/>
                <a:cs typeface="Verdana"/>
              </a:rPr>
              <a:t>l</a:t>
            </a:r>
            <a:r>
              <a:rPr sz="3550" spc="90" dirty="0">
                <a:latin typeface="Verdana"/>
                <a:cs typeface="Verdana"/>
              </a:rPr>
              <a:t>a</a:t>
            </a:r>
            <a:r>
              <a:rPr sz="3550" spc="165" dirty="0">
                <a:latin typeface="Verdana"/>
                <a:cs typeface="Verdana"/>
              </a:rPr>
              <a:t>t</a:t>
            </a:r>
            <a:r>
              <a:rPr sz="3550" spc="-40" dirty="0">
                <a:latin typeface="Verdana"/>
                <a:cs typeface="Verdana"/>
              </a:rPr>
              <a:t>ili</a:t>
            </a:r>
            <a:r>
              <a:rPr sz="3550" spc="165" dirty="0">
                <a:latin typeface="Verdana"/>
                <a:cs typeface="Verdana"/>
              </a:rPr>
              <a:t>t</a:t>
            </a:r>
            <a:r>
              <a:rPr sz="3550" spc="-114" dirty="0">
                <a:latin typeface="Verdana"/>
                <a:cs typeface="Verdana"/>
              </a:rPr>
              <a:t>y</a:t>
            </a:r>
            <a:endParaRPr sz="35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105"/>
              </a:spcBef>
            </a:pPr>
            <a:r>
              <a:rPr sz="3550" dirty="0">
                <a:latin typeface="Verdana"/>
                <a:cs typeface="Verdana"/>
              </a:rPr>
              <a:t>Risk</a:t>
            </a:r>
            <a:r>
              <a:rPr sz="3550" spc="-310" dirty="0">
                <a:latin typeface="Verdana"/>
                <a:cs typeface="Verdana"/>
              </a:rPr>
              <a:t> </a:t>
            </a:r>
            <a:r>
              <a:rPr sz="3550" spc="215" dirty="0">
                <a:latin typeface="Verdana"/>
                <a:cs typeface="Verdana"/>
              </a:rPr>
              <a:t>of</a:t>
            </a:r>
            <a:r>
              <a:rPr sz="3550" spc="-305" dirty="0">
                <a:latin typeface="Verdana"/>
                <a:cs typeface="Verdana"/>
              </a:rPr>
              <a:t> </a:t>
            </a:r>
            <a:r>
              <a:rPr sz="3550" spc="165" dirty="0">
                <a:latin typeface="Verdana"/>
                <a:cs typeface="Verdana"/>
              </a:rPr>
              <a:t>model</a:t>
            </a:r>
            <a:r>
              <a:rPr sz="3550" spc="-310" dirty="0">
                <a:latin typeface="Verdana"/>
                <a:cs typeface="Verdana"/>
              </a:rPr>
              <a:t> </a:t>
            </a:r>
            <a:r>
              <a:rPr sz="3550" spc="100" dirty="0">
                <a:latin typeface="Verdana"/>
                <a:cs typeface="Verdana"/>
              </a:rPr>
              <a:t>overfitting</a:t>
            </a:r>
            <a:endParaRPr sz="35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07501" y="9629775"/>
            <a:ext cx="10932795" cy="0"/>
          </a:xfrm>
          <a:custGeom>
            <a:avLst/>
            <a:gdLst/>
            <a:ahLst/>
            <a:cxnLst/>
            <a:rect l="l" t="t" r="r" b="b"/>
            <a:pathLst>
              <a:path w="10932795">
                <a:moveTo>
                  <a:pt x="0" y="0"/>
                </a:moveTo>
                <a:lnTo>
                  <a:pt x="10932232" y="0"/>
                </a:lnTo>
              </a:path>
            </a:pathLst>
          </a:custGeom>
          <a:ln w="190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11939734" y="9468361"/>
            <a:ext cx="5298440" cy="242570"/>
            <a:chOff x="11939734" y="9468361"/>
            <a:chExt cx="5298440" cy="242570"/>
          </a:xfrm>
        </p:grpSpPr>
        <p:sp>
          <p:nvSpPr>
            <p:cNvPr id="4" name="object 4"/>
            <p:cNvSpPr/>
            <p:nvPr/>
          </p:nvSpPr>
          <p:spPr>
            <a:xfrm>
              <a:off x="12883612" y="9629774"/>
              <a:ext cx="4354830" cy="0"/>
            </a:xfrm>
            <a:custGeom>
              <a:avLst/>
              <a:gdLst/>
              <a:ahLst/>
              <a:cxnLst/>
              <a:rect l="l" t="t" r="r" b="b"/>
              <a:pathLst>
                <a:path w="4354830">
                  <a:moveTo>
                    <a:pt x="0" y="0"/>
                  </a:moveTo>
                  <a:lnTo>
                    <a:pt x="4354487" y="0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1939734" y="9468361"/>
              <a:ext cx="944244" cy="242570"/>
            </a:xfrm>
            <a:custGeom>
              <a:avLst/>
              <a:gdLst/>
              <a:ahLst/>
              <a:cxnLst/>
              <a:rect l="l" t="t" r="r" b="b"/>
              <a:pathLst>
                <a:path w="944245" h="242570">
                  <a:moveTo>
                    <a:pt x="943878" y="242117"/>
                  </a:moveTo>
                  <a:lnTo>
                    <a:pt x="0" y="242117"/>
                  </a:lnTo>
                  <a:lnTo>
                    <a:pt x="0" y="0"/>
                  </a:lnTo>
                  <a:lnTo>
                    <a:pt x="943878" y="0"/>
                  </a:lnTo>
                  <a:lnTo>
                    <a:pt x="943878" y="242117"/>
                  </a:lnTo>
                  <a:close/>
                </a:path>
              </a:pathLst>
            </a:custGeom>
            <a:solidFill>
              <a:srgbClr val="0986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/>
          <p:nvPr/>
        </p:nvSpPr>
        <p:spPr>
          <a:xfrm>
            <a:off x="6163880" y="5754305"/>
            <a:ext cx="5793105" cy="344805"/>
          </a:xfrm>
          <a:custGeom>
            <a:avLst/>
            <a:gdLst/>
            <a:ahLst/>
            <a:cxnLst/>
            <a:rect l="l" t="t" r="r" b="b"/>
            <a:pathLst>
              <a:path w="5793105" h="344804">
                <a:moveTo>
                  <a:pt x="0" y="0"/>
                </a:moveTo>
                <a:lnTo>
                  <a:pt x="5328123" y="0"/>
                </a:lnTo>
                <a:lnTo>
                  <a:pt x="5376135" y="2377"/>
                </a:lnTo>
                <a:lnTo>
                  <a:pt x="5423334" y="9420"/>
                </a:lnTo>
                <a:lnTo>
                  <a:pt x="5469401" y="20997"/>
                </a:lnTo>
                <a:lnTo>
                  <a:pt x="5514018" y="36976"/>
                </a:lnTo>
                <a:lnTo>
                  <a:pt x="5556866" y="57226"/>
                </a:lnTo>
                <a:lnTo>
                  <a:pt x="5597627" y="81614"/>
                </a:lnTo>
                <a:lnTo>
                  <a:pt x="5635982" y="110008"/>
                </a:lnTo>
                <a:lnTo>
                  <a:pt x="5671612" y="142277"/>
                </a:lnTo>
                <a:lnTo>
                  <a:pt x="5703881" y="177908"/>
                </a:lnTo>
                <a:lnTo>
                  <a:pt x="5732276" y="216263"/>
                </a:lnTo>
                <a:lnTo>
                  <a:pt x="5756664" y="257023"/>
                </a:lnTo>
                <a:lnTo>
                  <a:pt x="5776913" y="299871"/>
                </a:lnTo>
                <a:lnTo>
                  <a:pt x="5792893" y="344488"/>
                </a:lnTo>
              </a:path>
            </a:pathLst>
          </a:custGeom>
          <a:ln w="1904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1729150" y="8548020"/>
            <a:ext cx="215900" cy="248920"/>
          </a:xfrm>
          <a:custGeom>
            <a:avLst/>
            <a:gdLst/>
            <a:ahLst/>
            <a:cxnLst/>
            <a:rect l="l" t="t" r="r" b="b"/>
            <a:pathLst>
              <a:path w="215900" h="248920">
                <a:moveTo>
                  <a:pt x="215518" y="0"/>
                </a:moveTo>
                <a:lnTo>
                  <a:pt x="191394" y="53666"/>
                </a:lnTo>
                <a:lnTo>
                  <a:pt x="167006" y="94427"/>
                </a:lnTo>
                <a:lnTo>
                  <a:pt x="138611" y="132782"/>
                </a:lnTo>
                <a:lnTo>
                  <a:pt x="106343" y="168412"/>
                </a:lnTo>
                <a:lnTo>
                  <a:pt x="70712" y="200681"/>
                </a:lnTo>
                <a:lnTo>
                  <a:pt x="32357" y="229075"/>
                </a:lnTo>
                <a:lnTo>
                  <a:pt x="0" y="248436"/>
                </a:lnTo>
              </a:path>
            </a:pathLst>
          </a:custGeom>
          <a:ln w="1904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678114" y="5754305"/>
            <a:ext cx="485775" cy="3013075"/>
          </a:xfrm>
          <a:custGeom>
            <a:avLst/>
            <a:gdLst/>
            <a:ahLst/>
            <a:cxnLst/>
            <a:rect l="l" t="t" r="r" b="b"/>
            <a:pathLst>
              <a:path w="485775" h="3013075">
                <a:moveTo>
                  <a:pt x="202650" y="3012713"/>
                </a:moveTo>
                <a:lnTo>
                  <a:pt x="177908" y="2994396"/>
                </a:lnTo>
                <a:lnTo>
                  <a:pt x="142277" y="2962127"/>
                </a:lnTo>
                <a:lnTo>
                  <a:pt x="116719" y="2933907"/>
                </a:lnTo>
              </a:path>
              <a:path w="485775" h="3013075">
                <a:moveTo>
                  <a:pt x="40702" y="2812416"/>
                </a:moveTo>
                <a:lnTo>
                  <a:pt x="36976" y="2804533"/>
                </a:lnTo>
              </a:path>
              <a:path w="485775" h="3013075">
                <a:moveTo>
                  <a:pt x="35526" y="2800485"/>
                </a:moveTo>
                <a:lnTo>
                  <a:pt x="20997" y="2759916"/>
                </a:lnTo>
                <a:lnTo>
                  <a:pt x="9420" y="2713849"/>
                </a:lnTo>
                <a:lnTo>
                  <a:pt x="2377" y="2666651"/>
                </a:lnTo>
                <a:lnTo>
                  <a:pt x="0" y="2618639"/>
                </a:lnTo>
                <a:lnTo>
                  <a:pt x="0" y="485766"/>
                </a:lnTo>
                <a:lnTo>
                  <a:pt x="2377" y="437754"/>
                </a:lnTo>
                <a:lnTo>
                  <a:pt x="9420" y="390555"/>
                </a:lnTo>
                <a:lnTo>
                  <a:pt x="20997" y="344488"/>
                </a:lnTo>
                <a:lnTo>
                  <a:pt x="36976" y="299871"/>
                </a:lnTo>
                <a:lnTo>
                  <a:pt x="57226" y="257023"/>
                </a:lnTo>
                <a:lnTo>
                  <a:pt x="81614" y="216263"/>
                </a:lnTo>
                <a:lnTo>
                  <a:pt x="110008" y="177908"/>
                </a:lnTo>
                <a:lnTo>
                  <a:pt x="142277" y="142277"/>
                </a:lnTo>
                <a:lnTo>
                  <a:pt x="177908" y="110008"/>
                </a:lnTo>
                <a:lnTo>
                  <a:pt x="216263" y="81614"/>
                </a:lnTo>
                <a:lnTo>
                  <a:pt x="257023" y="57226"/>
                </a:lnTo>
                <a:lnTo>
                  <a:pt x="299871" y="36976"/>
                </a:lnTo>
                <a:lnTo>
                  <a:pt x="344488" y="20997"/>
                </a:lnTo>
                <a:lnTo>
                  <a:pt x="390555" y="9420"/>
                </a:lnTo>
                <a:lnTo>
                  <a:pt x="437754" y="2377"/>
                </a:lnTo>
                <a:lnTo>
                  <a:pt x="485766" y="0"/>
                </a:lnTo>
              </a:path>
            </a:pathLst>
          </a:custGeom>
          <a:ln w="1904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46778" y="5582825"/>
            <a:ext cx="1285874" cy="1285874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5533188" y="642429"/>
            <a:ext cx="1720214" cy="605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800" spc="114" dirty="0">
                <a:latin typeface="Verdana"/>
                <a:cs typeface="Verdana"/>
              </a:rPr>
              <a:t>Page</a:t>
            </a:r>
            <a:r>
              <a:rPr sz="2800" spc="200" dirty="0">
                <a:latin typeface="Verdana"/>
                <a:cs typeface="Verdana"/>
              </a:rPr>
              <a:t> </a:t>
            </a:r>
            <a:r>
              <a:rPr sz="5700" b="1" spc="-30" baseline="-6578" dirty="0">
                <a:solidFill>
                  <a:srgbClr val="0986DE"/>
                </a:solidFill>
                <a:latin typeface="Trebuchet MS"/>
                <a:cs typeface="Trebuchet MS"/>
              </a:rPr>
              <a:t>10</a:t>
            </a:r>
            <a:endParaRPr sz="5700" baseline="-6578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976319" y="6032459"/>
            <a:ext cx="5657850" cy="229298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2700" marR="2757805">
              <a:lnSpc>
                <a:spcPts val="2800"/>
              </a:lnSpc>
              <a:spcBef>
                <a:spcPts val="675"/>
              </a:spcBef>
            </a:pPr>
            <a:r>
              <a:rPr sz="2800" b="1" spc="185" dirty="0">
                <a:solidFill>
                  <a:srgbClr val="0986DE"/>
                </a:solidFill>
                <a:latin typeface="Trebuchet MS"/>
                <a:cs typeface="Trebuchet MS"/>
              </a:rPr>
              <a:t>U</a:t>
            </a:r>
            <a:r>
              <a:rPr sz="2800" b="1" spc="270" dirty="0">
                <a:solidFill>
                  <a:srgbClr val="0986DE"/>
                </a:solidFill>
                <a:latin typeface="Trebuchet MS"/>
                <a:cs typeface="Trebuchet MS"/>
              </a:rPr>
              <a:t>s</a:t>
            </a:r>
            <a:r>
              <a:rPr sz="2800" b="1" spc="100" dirty="0">
                <a:solidFill>
                  <a:srgbClr val="0986DE"/>
                </a:solidFill>
                <a:latin typeface="Trebuchet MS"/>
                <a:cs typeface="Trebuchet MS"/>
              </a:rPr>
              <a:t>e</a:t>
            </a:r>
            <a:r>
              <a:rPr sz="2800" b="1" spc="-25" dirty="0">
                <a:solidFill>
                  <a:srgbClr val="0986DE"/>
                </a:solidFill>
                <a:latin typeface="Trebuchet MS"/>
                <a:cs typeface="Trebuchet MS"/>
              </a:rPr>
              <a:t>r</a:t>
            </a:r>
            <a:r>
              <a:rPr sz="2800" b="1" spc="-210" dirty="0">
                <a:solidFill>
                  <a:srgbClr val="0986DE"/>
                </a:solidFill>
                <a:latin typeface="Trebuchet MS"/>
                <a:cs typeface="Trebuchet MS"/>
              </a:rPr>
              <a:t> </a:t>
            </a:r>
            <a:r>
              <a:rPr sz="2800" b="1" spc="80" dirty="0">
                <a:solidFill>
                  <a:srgbClr val="0986DE"/>
                </a:solidFill>
                <a:latin typeface="Trebuchet MS"/>
                <a:cs typeface="Trebuchet MS"/>
              </a:rPr>
              <a:t>E</a:t>
            </a:r>
            <a:r>
              <a:rPr sz="2800" b="1" dirty="0">
                <a:solidFill>
                  <a:srgbClr val="0986DE"/>
                </a:solidFill>
                <a:latin typeface="Trebuchet MS"/>
                <a:cs typeface="Trebuchet MS"/>
              </a:rPr>
              <a:t>x</a:t>
            </a:r>
            <a:r>
              <a:rPr sz="2800" b="1" spc="180" dirty="0">
                <a:solidFill>
                  <a:srgbClr val="0986DE"/>
                </a:solidFill>
                <a:latin typeface="Trebuchet MS"/>
                <a:cs typeface="Trebuchet MS"/>
              </a:rPr>
              <a:t>p</a:t>
            </a:r>
            <a:r>
              <a:rPr sz="2800" b="1" spc="100" dirty="0">
                <a:solidFill>
                  <a:srgbClr val="0986DE"/>
                </a:solidFill>
                <a:latin typeface="Trebuchet MS"/>
                <a:cs typeface="Trebuchet MS"/>
              </a:rPr>
              <a:t>e</a:t>
            </a:r>
            <a:r>
              <a:rPr sz="2800" b="1" spc="-25" dirty="0">
                <a:solidFill>
                  <a:srgbClr val="0986DE"/>
                </a:solidFill>
                <a:latin typeface="Trebuchet MS"/>
                <a:cs typeface="Trebuchet MS"/>
              </a:rPr>
              <a:t>r</a:t>
            </a:r>
            <a:r>
              <a:rPr sz="2800" b="1" spc="-30" dirty="0">
                <a:solidFill>
                  <a:srgbClr val="0986DE"/>
                </a:solidFill>
                <a:latin typeface="Trebuchet MS"/>
                <a:cs typeface="Trebuchet MS"/>
              </a:rPr>
              <a:t>i</a:t>
            </a:r>
            <a:r>
              <a:rPr sz="2800" b="1" spc="100" dirty="0">
                <a:solidFill>
                  <a:srgbClr val="0986DE"/>
                </a:solidFill>
                <a:latin typeface="Trebuchet MS"/>
                <a:cs typeface="Trebuchet MS"/>
              </a:rPr>
              <a:t>e</a:t>
            </a:r>
            <a:r>
              <a:rPr sz="2800" b="1" spc="90" dirty="0">
                <a:solidFill>
                  <a:srgbClr val="0986DE"/>
                </a:solidFill>
                <a:latin typeface="Trebuchet MS"/>
                <a:cs typeface="Trebuchet MS"/>
              </a:rPr>
              <a:t>n</a:t>
            </a:r>
            <a:r>
              <a:rPr sz="2800" b="1" spc="185" dirty="0">
                <a:solidFill>
                  <a:srgbClr val="0986DE"/>
                </a:solidFill>
                <a:latin typeface="Trebuchet MS"/>
                <a:cs typeface="Trebuchet MS"/>
              </a:rPr>
              <a:t>c</a:t>
            </a:r>
            <a:r>
              <a:rPr sz="2800" b="1" spc="75" dirty="0">
                <a:solidFill>
                  <a:srgbClr val="0986DE"/>
                </a:solidFill>
                <a:latin typeface="Trebuchet MS"/>
                <a:cs typeface="Trebuchet MS"/>
              </a:rPr>
              <a:t>e  </a:t>
            </a:r>
            <a:r>
              <a:rPr sz="2800" b="1" spc="90" dirty="0">
                <a:solidFill>
                  <a:srgbClr val="0986DE"/>
                </a:solidFill>
                <a:latin typeface="Trebuchet MS"/>
                <a:cs typeface="Trebuchet MS"/>
              </a:rPr>
              <a:t>Enhancement:</a:t>
            </a:r>
            <a:endParaRPr sz="2800">
              <a:latin typeface="Trebuchet MS"/>
              <a:cs typeface="Trebuchet MS"/>
            </a:endParaRPr>
          </a:p>
          <a:p>
            <a:pPr marL="12700" marR="5080" algn="just">
              <a:lnSpc>
                <a:spcPct val="113300"/>
              </a:lnSpc>
              <a:spcBef>
                <a:spcPts val="800"/>
              </a:spcBef>
            </a:pPr>
            <a:r>
              <a:rPr sz="1600" spc="15" dirty="0">
                <a:latin typeface="Verdana"/>
                <a:cs typeface="Verdana"/>
              </a:rPr>
              <a:t>Evaluate</a:t>
            </a:r>
            <a:r>
              <a:rPr sz="1600" spc="-140" dirty="0">
                <a:latin typeface="Verdana"/>
                <a:cs typeface="Verdana"/>
              </a:rPr>
              <a:t> </a:t>
            </a:r>
            <a:r>
              <a:rPr sz="1600" spc="60" dirty="0">
                <a:latin typeface="Verdana"/>
                <a:cs typeface="Verdana"/>
              </a:rPr>
              <a:t>the</a:t>
            </a:r>
            <a:r>
              <a:rPr sz="1600" spc="-135" dirty="0">
                <a:latin typeface="Verdana"/>
                <a:cs typeface="Verdana"/>
              </a:rPr>
              <a:t> </a:t>
            </a:r>
            <a:r>
              <a:rPr sz="1600" spc="35" dirty="0">
                <a:latin typeface="Verdana"/>
                <a:cs typeface="Verdana"/>
              </a:rPr>
              <a:t>user</a:t>
            </a:r>
            <a:r>
              <a:rPr sz="1600" spc="-135" dirty="0">
                <a:latin typeface="Verdana"/>
                <a:cs typeface="Verdana"/>
              </a:rPr>
              <a:t> </a:t>
            </a:r>
            <a:r>
              <a:rPr sz="1600" spc="60" dirty="0">
                <a:latin typeface="Verdana"/>
                <a:cs typeface="Verdana"/>
              </a:rPr>
              <a:t>interface</a:t>
            </a:r>
            <a:r>
              <a:rPr sz="1600" spc="-135" dirty="0">
                <a:latin typeface="Verdana"/>
                <a:cs typeface="Verdana"/>
              </a:rPr>
              <a:t> </a:t>
            </a:r>
            <a:r>
              <a:rPr sz="1600" spc="60" dirty="0">
                <a:latin typeface="Verdana"/>
                <a:cs typeface="Verdana"/>
              </a:rPr>
              <a:t>for</a:t>
            </a:r>
            <a:r>
              <a:rPr sz="1600" spc="-135" dirty="0">
                <a:latin typeface="Verdana"/>
                <a:cs typeface="Verdana"/>
              </a:rPr>
              <a:t> </a:t>
            </a:r>
            <a:r>
              <a:rPr sz="1600" spc="45" dirty="0">
                <a:latin typeface="Verdana"/>
                <a:cs typeface="Verdana"/>
              </a:rPr>
              <a:t>accessibility</a:t>
            </a:r>
            <a:r>
              <a:rPr sz="1600" spc="-135" dirty="0">
                <a:latin typeface="Verdana"/>
                <a:cs typeface="Verdana"/>
              </a:rPr>
              <a:t> </a:t>
            </a:r>
            <a:r>
              <a:rPr sz="1600" spc="65" dirty="0">
                <a:latin typeface="Verdana"/>
                <a:cs typeface="Verdana"/>
              </a:rPr>
              <a:t>and</a:t>
            </a:r>
            <a:r>
              <a:rPr sz="1600" spc="-135" dirty="0">
                <a:latin typeface="Verdana"/>
                <a:cs typeface="Verdana"/>
              </a:rPr>
              <a:t> </a:t>
            </a:r>
            <a:r>
              <a:rPr sz="1600" spc="30" dirty="0">
                <a:latin typeface="Verdana"/>
                <a:cs typeface="Verdana"/>
              </a:rPr>
              <a:t>user- </a:t>
            </a:r>
            <a:r>
              <a:rPr sz="1600" spc="-550" dirty="0">
                <a:latin typeface="Verdana"/>
                <a:cs typeface="Verdana"/>
              </a:rPr>
              <a:t> </a:t>
            </a:r>
            <a:r>
              <a:rPr sz="1600" spc="20" dirty="0">
                <a:latin typeface="Verdana"/>
                <a:cs typeface="Verdana"/>
              </a:rPr>
              <a:t>friendliness.</a:t>
            </a:r>
            <a:endParaRPr sz="1600">
              <a:latin typeface="Verdana"/>
              <a:cs typeface="Verdana"/>
            </a:endParaRPr>
          </a:p>
          <a:p>
            <a:pPr marL="12700" marR="47625" indent="53975" algn="just">
              <a:lnSpc>
                <a:spcPct val="113300"/>
              </a:lnSpc>
            </a:pPr>
            <a:r>
              <a:rPr sz="1600" spc="40" dirty="0">
                <a:latin typeface="Verdana"/>
                <a:cs typeface="Verdana"/>
              </a:rPr>
              <a:t>Incorporate</a:t>
            </a:r>
            <a:r>
              <a:rPr sz="1600" spc="-135" dirty="0">
                <a:latin typeface="Verdana"/>
                <a:cs typeface="Verdana"/>
              </a:rPr>
              <a:t> </a:t>
            </a:r>
            <a:r>
              <a:rPr sz="1600" spc="35" dirty="0">
                <a:latin typeface="Verdana"/>
                <a:cs typeface="Verdana"/>
              </a:rPr>
              <a:t>user</a:t>
            </a:r>
            <a:r>
              <a:rPr sz="1600" spc="-130" dirty="0">
                <a:latin typeface="Verdana"/>
                <a:cs typeface="Verdana"/>
              </a:rPr>
              <a:t> </a:t>
            </a:r>
            <a:r>
              <a:rPr sz="1600" spc="80" dirty="0">
                <a:latin typeface="Verdana"/>
                <a:cs typeface="Verdana"/>
              </a:rPr>
              <a:t>feedback</a:t>
            </a:r>
            <a:r>
              <a:rPr sz="1600" spc="-135" dirty="0">
                <a:latin typeface="Verdana"/>
                <a:cs typeface="Verdana"/>
              </a:rPr>
              <a:t> </a:t>
            </a:r>
            <a:r>
              <a:rPr sz="1600" spc="75" dirty="0">
                <a:latin typeface="Verdana"/>
                <a:cs typeface="Verdana"/>
              </a:rPr>
              <a:t>to</a:t>
            </a:r>
            <a:r>
              <a:rPr sz="1600" spc="-130" dirty="0">
                <a:latin typeface="Verdana"/>
                <a:cs typeface="Verdana"/>
              </a:rPr>
              <a:t> </a:t>
            </a:r>
            <a:r>
              <a:rPr sz="1600" spc="40" dirty="0">
                <a:latin typeface="Verdana"/>
                <a:cs typeface="Verdana"/>
              </a:rPr>
              <a:t>improve</a:t>
            </a:r>
            <a:r>
              <a:rPr sz="1600" spc="-135" dirty="0">
                <a:latin typeface="Verdana"/>
                <a:cs typeface="Verdana"/>
              </a:rPr>
              <a:t> </a:t>
            </a:r>
            <a:r>
              <a:rPr sz="1600" spc="60" dirty="0">
                <a:latin typeface="Verdana"/>
                <a:cs typeface="Verdana"/>
              </a:rPr>
              <a:t>the</a:t>
            </a:r>
            <a:r>
              <a:rPr sz="1600" spc="-130" dirty="0">
                <a:latin typeface="Verdana"/>
                <a:cs typeface="Verdana"/>
              </a:rPr>
              <a:t> </a:t>
            </a:r>
            <a:r>
              <a:rPr sz="1600" spc="35" dirty="0">
                <a:latin typeface="Verdana"/>
                <a:cs typeface="Verdana"/>
              </a:rPr>
              <a:t>interface. </a:t>
            </a:r>
            <a:r>
              <a:rPr sz="1600" spc="-550" dirty="0">
                <a:latin typeface="Verdana"/>
                <a:cs typeface="Verdana"/>
              </a:rPr>
              <a:t> </a:t>
            </a:r>
            <a:r>
              <a:rPr sz="1600" spc="100" dirty="0">
                <a:latin typeface="Verdana"/>
                <a:cs typeface="Verdana"/>
              </a:rPr>
              <a:t>Conduct</a:t>
            </a:r>
            <a:r>
              <a:rPr sz="1600" spc="-140" dirty="0">
                <a:latin typeface="Verdana"/>
                <a:cs typeface="Verdana"/>
              </a:rPr>
              <a:t> </a:t>
            </a:r>
            <a:r>
              <a:rPr sz="1600" spc="55" dirty="0">
                <a:latin typeface="Verdana"/>
                <a:cs typeface="Verdana"/>
              </a:rPr>
              <a:t>thorough</a:t>
            </a:r>
            <a:r>
              <a:rPr sz="1600" spc="-135" dirty="0">
                <a:latin typeface="Verdana"/>
                <a:cs typeface="Verdana"/>
              </a:rPr>
              <a:t> </a:t>
            </a:r>
            <a:r>
              <a:rPr sz="1600" spc="50" dirty="0">
                <a:latin typeface="Verdana"/>
                <a:cs typeface="Verdana"/>
              </a:rPr>
              <a:t>testing</a:t>
            </a:r>
            <a:r>
              <a:rPr sz="1600" spc="-140" dirty="0">
                <a:latin typeface="Verdana"/>
                <a:cs typeface="Verdana"/>
              </a:rPr>
              <a:t> </a:t>
            </a:r>
            <a:r>
              <a:rPr sz="1600" spc="75" dirty="0">
                <a:latin typeface="Verdana"/>
                <a:cs typeface="Verdana"/>
              </a:rPr>
              <a:t>to</a:t>
            </a:r>
            <a:r>
              <a:rPr sz="1600" spc="-135" dirty="0">
                <a:latin typeface="Verdana"/>
                <a:cs typeface="Verdana"/>
              </a:rPr>
              <a:t> </a:t>
            </a:r>
            <a:r>
              <a:rPr sz="1600" spc="45" dirty="0">
                <a:latin typeface="Verdana"/>
                <a:cs typeface="Verdana"/>
              </a:rPr>
              <a:t>ensure</a:t>
            </a:r>
            <a:r>
              <a:rPr sz="1600" spc="-140" dirty="0">
                <a:latin typeface="Verdana"/>
                <a:cs typeface="Verdana"/>
              </a:rPr>
              <a:t> </a:t>
            </a:r>
            <a:r>
              <a:rPr sz="1600" spc="20" dirty="0">
                <a:latin typeface="Verdana"/>
                <a:cs typeface="Verdana"/>
              </a:rPr>
              <a:t>easy</a:t>
            </a:r>
            <a:r>
              <a:rPr sz="1600" spc="-135" dirty="0">
                <a:latin typeface="Verdana"/>
                <a:cs typeface="Verdana"/>
              </a:rPr>
              <a:t> </a:t>
            </a:r>
            <a:r>
              <a:rPr sz="1600" spc="30" dirty="0">
                <a:latin typeface="Verdana"/>
                <a:cs typeface="Verdana"/>
              </a:rPr>
              <a:t>navigation </a:t>
            </a:r>
            <a:r>
              <a:rPr sz="1600" spc="35" dirty="0">
                <a:latin typeface="Verdana"/>
                <a:cs typeface="Verdana"/>
              </a:rPr>
              <a:t> </a:t>
            </a:r>
            <a:r>
              <a:rPr sz="1600" spc="65" dirty="0">
                <a:latin typeface="Verdana"/>
                <a:cs typeface="Verdana"/>
              </a:rPr>
              <a:t>and</a:t>
            </a:r>
            <a:r>
              <a:rPr sz="1600" spc="-140" dirty="0">
                <a:latin typeface="Verdana"/>
                <a:cs typeface="Verdana"/>
              </a:rPr>
              <a:t> </a:t>
            </a:r>
            <a:r>
              <a:rPr sz="1600" spc="30" dirty="0">
                <a:latin typeface="Verdana"/>
                <a:cs typeface="Verdana"/>
              </a:rPr>
              <a:t>interaction.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780148" y="339348"/>
            <a:ext cx="10059035" cy="15970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0300" spc="434" dirty="0">
                <a:solidFill>
                  <a:srgbClr val="000000"/>
                </a:solidFill>
              </a:rPr>
              <a:t>METHODOLOGY</a:t>
            </a:r>
            <a:endParaRPr sz="10300"/>
          </a:p>
        </p:txBody>
      </p:sp>
      <p:grpSp>
        <p:nvGrpSpPr>
          <p:cNvPr id="13" name="object 13"/>
          <p:cNvGrpSpPr/>
          <p:nvPr/>
        </p:nvGrpSpPr>
        <p:grpSpPr>
          <a:xfrm>
            <a:off x="7337090" y="2020969"/>
            <a:ext cx="1285875" cy="1285875"/>
            <a:chOff x="7337090" y="2020969"/>
            <a:chExt cx="1285875" cy="1285875"/>
          </a:xfrm>
        </p:grpSpPr>
        <p:sp>
          <p:nvSpPr>
            <p:cNvPr id="14" name="object 14"/>
            <p:cNvSpPr/>
            <p:nvPr/>
          </p:nvSpPr>
          <p:spPr>
            <a:xfrm>
              <a:off x="8261445" y="2281192"/>
              <a:ext cx="139700" cy="151765"/>
            </a:xfrm>
            <a:custGeom>
              <a:avLst/>
              <a:gdLst/>
              <a:ahLst/>
              <a:cxnLst/>
              <a:rect l="l" t="t" r="r" b="b"/>
              <a:pathLst>
                <a:path w="139700" h="151764">
                  <a:moveTo>
                    <a:pt x="0" y="0"/>
                  </a:moveTo>
                  <a:lnTo>
                    <a:pt x="28730" y="21269"/>
                  </a:lnTo>
                  <a:lnTo>
                    <a:pt x="64360" y="53537"/>
                  </a:lnTo>
                  <a:lnTo>
                    <a:pt x="96629" y="89168"/>
                  </a:lnTo>
                  <a:lnTo>
                    <a:pt x="125023" y="127523"/>
                  </a:lnTo>
                  <a:lnTo>
                    <a:pt x="139398" y="151549"/>
                  </a:lnTo>
                </a:path>
              </a:pathLst>
            </a:custGeom>
            <a:ln w="1904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337090" y="2020969"/>
              <a:ext cx="1285874" cy="1285874"/>
            </a:xfrm>
            <a:prstGeom prst="rect">
              <a:avLst/>
            </a:prstGeom>
          </p:spPr>
        </p:pic>
      </p:grpSp>
      <p:sp>
        <p:nvSpPr>
          <p:cNvPr id="16" name="object 16"/>
          <p:cNvSpPr/>
          <p:nvPr/>
        </p:nvSpPr>
        <p:spPr>
          <a:xfrm>
            <a:off x="2176608" y="4898006"/>
            <a:ext cx="6282055" cy="399415"/>
          </a:xfrm>
          <a:custGeom>
            <a:avLst/>
            <a:gdLst/>
            <a:ahLst/>
            <a:cxnLst/>
            <a:rect l="l" t="t" r="r" b="b"/>
            <a:pathLst>
              <a:path w="6282055" h="399414">
                <a:moveTo>
                  <a:pt x="6282055" y="8296"/>
                </a:moveTo>
                <a:lnTo>
                  <a:pt x="6270477" y="54363"/>
                </a:lnTo>
                <a:lnTo>
                  <a:pt x="6254498" y="98979"/>
                </a:lnTo>
                <a:lnTo>
                  <a:pt x="6234248" y="141827"/>
                </a:lnTo>
                <a:lnTo>
                  <a:pt x="6209860" y="182588"/>
                </a:lnTo>
                <a:lnTo>
                  <a:pt x="6181466" y="220943"/>
                </a:lnTo>
                <a:lnTo>
                  <a:pt x="6149197" y="256574"/>
                </a:lnTo>
                <a:lnTo>
                  <a:pt x="6113566" y="288842"/>
                </a:lnTo>
                <a:lnTo>
                  <a:pt x="6075212" y="317237"/>
                </a:lnTo>
                <a:lnTo>
                  <a:pt x="6034451" y="341625"/>
                </a:lnTo>
                <a:lnTo>
                  <a:pt x="5991603" y="361875"/>
                </a:lnTo>
                <a:lnTo>
                  <a:pt x="5946986" y="377854"/>
                </a:lnTo>
                <a:lnTo>
                  <a:pt x="5900919" y="389431"/>
                </a:lnTo>
                <a:lnTo>
                  <a:pt x="5853720" y="396474"/>
                </a:lnTo>
                <a:lnTo>
                  <a:pt x="5805707" y="398851"/>
                </a:lnTo>
                <a:lnTo>
                  <a:pt x="477584" y="398851"/>
                </a:lnTo>
                <a:lnTo>
                  <a:pt x="429572" y="396474"/>
                </a:lnTo>
                <a:lnTo>
                  <a:pt x="382373" y="389431"/>
                </a:lnTo>
                <a:lnTo>
                  <a:pt x="336306" y="377854"/>
                </a:lnTo>
                <a:lnTo>
                  <a:pt x="291689" y="361875"/>
                </a:lnTo>
                <a:lnTo>
                  <a:pt x="248841" y="341625"/>
                </a:lnTo>
                <a:lnTo>
                  <a:pt x="208080" y="317237"/>
                </a:lnTo>
                <a:lnTo>
                  <a:pt x="169726" y="288842"/>
                </a:lnTo>
                <a:lnTo>
                  <a:pt x="134095" y="256574"/>
                </a:lnTo>
                <a:lnTo>
                  <a:pt x="101826" y="220943"/>
                </a:lnTo>
                <a:lnTo>
                  <a:pt x="73432" y="182588"/>
                </a:lnTo>
                <a:lnTo>
                  <a:pt x="49044" y="141827"/>
                </a:lnTo>
                <a:lnTo>
                  <a:pt x="28794" y="98979"/>
                </a:lnTo>
                <a:lnTo>
                  <a:pt x="12815" y="54363"/>
                </a:lnTo>
                <a:lnTo>
                  <a:pt x="1237" y="8296"/>
                </a:lnTo>
                <a:lnTo>
                  <a:pt x="0" y="0"/>
                </a:lnTo>
              </a:path>
            </a:pathLst>
          </a:custGeom>
          <a:ln w="1904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7" name="object 17"/>
          <p:cNvGrpSpPr/>
          <p:nvPr/>
        </p:nvGrpSpPr>
        <p:grpSpPr>
          <a:xfrm>
            <a:off x="14428158" y="2020969"/>
            <a:ext cx="1285875" cy="1285875"/>
            <a:chOff x="14428158" y="2020969"/>
            <a:chExt cx="1285875" cy="1285875"/>
          </a:xfrm>
        </p:grpSpPr>
        <p:sp>
          <p:nvSpPr>
            <p:cNvPr id="18" name="object 18"/>
            <p:cNvSpPr/>
            <p:nvPr/>
          </p:nvSpPr>
          <p:spPr>
            <a:xfrm>
              <a:off x="15165477" y="2249679"/>
              <a:ext cx="169545" cy="150495"/>
            </a:xfrm>
            <a:custGeom>
              <a:avLst/>
              <a:gdLst/>
              <a:ahLst/>
              <a:cxnLst/>
              <a:rect l="l" t="t" r="r" b="b"/>
              <a:pathLst>
                <a:path w="169544" h="150494">
                  <a:moveTo>
                    <a:pt x="0" y="0"/>
                  </a:moveTo>
                  <a:lnTo>
                    <a:pt x="40760" y="24387"/>
                  </a:lnTo>
                  <a:lnTo>
                    <a:pt x="79115" y="52782"/>
                  </a:lnTo>
                  <a:lnTo>
                    <a:pt x="114745" y="85051"/>
                  </a:lnTo>
                  <a:lnTo>
                    <a:pt x="147014" y="120681"/>
                  </a:lnTo>
                  <a:lnTo>
                    <a:pt x="169084" y="150492"/>
                  </a:lnTo>
                </a:path>
              </a:pathLst>
            </a:custGeom>
            <a:ln w="1904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428158" y="2020969"/>
              <a:ext cx="1285874" cy="1285874"/>
            </a:xfrm>
            <a:prstGeom prst="rect">
              <a:avLst/>
            </a:prstGeom>
          </p:spPr>
        </p:pic>
      </p:grpSp>
      <p:sp>
        <p:nvSpPr>
          <p:cNvPr id="20" name="object 20"/>
          <p:cNvSpPr/>
          <p:nvPr/>
        </p:nvSpPr>
        <p:spPr>
          <a:xfrm>
            <a:off x="9180070" y="5034452"/>
            <a:ext cx="6188075" cy="262890"/>
          </a:xfrm>
          <a:custGeom>
            <a:avLst/>
            <a:gdLst/>
            <a:ahLst/>
            <a:cxnLst/>
            <a:rect l="l" t="t" r="r" b="b"/>
            <a:pathLst>
              <a:path w="6188075" h="262889">
                <a:moveTo>
                  <a:pt x="6187748" y="0"/>
                </a:moveTo>
                <a:lnTo>
                  <a:pt x="6160816" y="46143"/>
                </a:lnTo>
                <a:lnTo>
                  <a:pt x="6132421" y="84498"/>
                </a:lnTo>
                <a:lnTo>
                  <a:pt x="6100152" y="120128"/>
                </a:lnTo>
                <a:lnTo>
                  <a:pt x="6064522" y="152397"/>
                </a:lnTo>
                <a:lnTo>
                  <a:pt x="6026167" y="180791"/>
                </a:lnTo>
                <a:lnTo>
                  <a:pt x="5985407" y="205179"/>
                </a:lnTo>
                <a:lnTo>
                  <a:pt x="5942558" y="225429"/>
                </a:lnTo>
                <a:lnTo>
                  <a:pt x="5897941" y="241408"/>
                </a:lnTo>
                <a:lnTo>
                  <a:pt x="5851874" y="252986"/>
                </a:lnTo>
                <a:lnTo>
                  <a:pt x="5804675" y="260029"/>
                </a:lnTo>
                <a:lnTo>
                  <a:pt x="5756663" y="262406"/>
                </a:lnTo>
                <a:lnTo>
                  <a:pt x="428540" y="262406"/>
                </a:lnTo>
                <a:lnTo>
                  <a:pt x="380528" y="260029"/>
                </a:lnTo>
                <a:lnTo>
                  <a:pt x="333329" y="252986"/>
                </a:lnTo>
                <a:lnTo>
                  <a:pt x="287262" y="241408"/>
                </a:lnTo>
                <a:lnTo>
                  <a:pt x="242645" y="225429"/>
                </a:lnTo>
                <a:lnTo>
                  <a:pt x="199797" y="205179"/>
                </a:lnTo>
                <a:lnTo>
                  <a:pt x="159036" y="180791"/>
                </a:lnTo>
                <a:lnTo>
                  <a:pt x="120681" y="152397"/>
                </a:lnTo>
                <a:lnTo>
                  <a:pt x="85051" y="120128"/>
                </a:lnTo>
                <a:lnTo>
                  <a:pt x="52782" y="84498"/>
                </a:lnTo>
                <a:lnTo>
                  <a:pt x="24387" y="46143"/>
                </a:lnTo>
                <a:lnTo>
                  <a:pt x="0" y="5382"/>
                </a:lnTo>
              </a:path>
            </a:pathLst>
          </a:custGeom>
          <a:ln w="1904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2369204" y="2592351"/>
            <a:ext cx="4629785" cy="22904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100" dirty="0">
                <a:solidFill>
                  <a:srgbClr val="0986DE"/>
                </a:solidFill>
                <a:latin typeface="Trebuchet MS"/>
                <a:cs typeface="Trebuchet MS"/>
              </a:rPr>
              <a:t>A</a:t>
            </a:r>
            <a:r>
              <a:rPr sz="2800" b="1" spc="190" dirty="0">
                <a:solidFill>
                  <a:srgbClr val="0986DE"/>
                </a:solidFill>
                <a:latin typeface="Trebuchet MS"/>
                <a:cs typeface="Trebuchet MS"/>
              </a:rPr>
              <a:t>l</a:t>
            </a:r>
            <a:r>
              <a:rPr sz="2800" b="1" spc="400" dirty="0">
                <a:solidFill>
                  <a:srgbClr val="0986DE"/>
                </a:solidFill>
                <a:latin typeface="Trebuchet MS"/>
                <a:cs typeface="Trebuchet MS"/>
              </a:rPr>
              <a:t>g</a:t>
            </a:r>
            <a:r>
              <a:rPr sz="2800" b="1" spc="125" dirty="0">
                <a:solidFill>
                  <a:srgbClr val="0986DE"/>
                </a:solidFill>
                <a:latin typeface="Trebuchet MS"/>
                <a:cs typeface="Trebuchet MS"/>
              </a:rPr>
              <a:t>o</a:t>
            </a:r>
            <a:r>
              <a:rPr sz="2800" b="1" spc="-35" dirty="0">
                <a:solidFill>
                  <a:srgbClr val="0986DE"/>
                </a:solidFill>
                <a:latin typeface="Trebuchet MS"/>
                <a:cs typeface="Trebuchet MS"/>
              </a:rPr>
              <a:t>ri</a:t>
            </a:r>
            <a:r>
              <a:rPr sz="2800" b="1" spc="70" dirty="0">
                <a:solidFill>
                  <a:srgbClr val="0986DE"/>
                </a:solidFill>
                <a:latin typeface="Trebuchet MS"/>
                <a:cs typeface="Trebuchet MS"/>
              </a:rPr>
              <a:t>th</a:t>
            </a:r>
            <a:r>
              <a:rPr sz="2800" b="1" spc="225" dirty="0">
                <a:solidFill>
                  <a:srgbClr val="0986DE"/>
                </a:solidFill>
                <a:latin typeface="Trebuchet MS"/>
                <a:cs typeface="Trebuchet MS"/>
              </a:rPr>
              <a:t>m</a:t>
            </a:r>
            <a:r>
              <a:rPr sz="2800" b="1" spc="-215" dirty="0">
                <a:solidFill>
                  <a:srgbClr val="0986DE"/>
                </a:solidFill>
                <a:latin typeface="Trebuchet MS"/>
                <a:cs typeface="Trebuchet MS"/>
              </a:rPr>
              <a:t> </a:t>
            </a:r>
            <a:r>
              <a:rPr sz="2800" b="1" spc="200" dirty="0">
                <a:solidFill>
                  <a:srgbClr val="0986DE"/>
                </a:solidFill>
                <a:latin typeface="Trebuchet MS"/>
                <a:cs typeface="Trebuchet MS"/>
              </a:rPr>
              <a:t>D</a:t>
            </a:r>
            <a:r>
              <a:rPr sz="2800" b="1" spc="90" dirty="0">
                <a:solidFill>
                  <a:srgbClr val="0986DE"/>
                </a:solidFill>
                <a:latin typeface="Trebuchet MS"/>
                <a:cs typeface="Trebuchet MS"/>
              </a:rPr>
              <a:t>e</a:t>
            </a:r>
            <a:r>
              <a:rPr sz="2800" b="1" spc="70" dirty="0">
                <a:solidFill>
                  <a:srgbClr val="0986DE"/>
                </a:solidFill>
                <a:latin typeface="Trebuchet MS"/>
                <a:cs typeface="Trebuchet MS"/>
              </a:rPr>
              <a:t>v</a:t>
            </a:r>
            <a:r>
              <a:rPr sz="2800" b="1" spc="90" dirty="0">
                <a:solidFill>
                  <a:srgbClr val="0986DE"/>
                </a:solidFill>
                <a:latin typeface="Trebuchet MS"/>
                <a:cs typeface="Trebuchet MS"/>
              </a:rPr>
              <a:t>e</a:t>
            </a:r>
            <a:r>
              <a:rPr sz="2800" b="1" spc="190" dirty="0">
                <a:solidFill>
                  <a:srgbClr val="0986DE"/>
                </a:solidFill>
                <a:latin typeface="Trebuchet MS"/>
                <a:cs typeface="Trebuchet MS"/>
              </a:rPr>
              <a:t>l</a:t>
            </a:r>
            <a:r>
              <a:rPr sz="2800" b="1" spc="125" dirty="0">
                <a:solidFill>
                  <a:srgbClr val="0986DE"/>
                </a:solidFill>
                <a:latin typeface="Trebuchet MS"/>
                <a:cs typeface="Trebuchet MS"/>
              </a:rPr>
              <a:t>o</a:t>
            </a:r>
            <a:r>
              <a:rPr sz="2800" b="1" spc="170" dirty="0">
                <a:solidFill>
                  <a:srgbClr val="0986DE"/>
                </a:solidFill>
                <a:latin typeface="Trebuchet MS"/>
                <a:cs typeface="Trebuchet MS"/>
              </a:rPr>
              <a:t>p</a:t>
            </a:r>
            <a:r>
              <a:rPr sz="2800" b="1" spc="220" dirty="0">
                <a:solidFill>
                  <a:srgbClr val="0986DE"/>
                </a:solidFill>
                <a:latin typeface="Trebuchet MS"/>
                <a:cs typeface="Trebuchet MS"/>
              </a:rPr>
              <a:t>m</a:t>
            </a:r>
            <a:r>
              <a:rPr sz="2800" b="1" spc="90" dirty="0">
                <a:solidFill>
                  <a:srgbClr val="0986DE"/>
                </a:solidFill>
                <a:latin typeface="Trebuchet MS"/>
                <a:cs typeface="Trebuchet MS"/>
              </a:rPr>
              <a:t>e</a:t>
            </a:r>
            <a:r>
              <a:rPr sz="2800" b="1" spc="80" dirty="0">
                <a:solidFill>
                  <a:srgbClr val="0986DE"/>
                </a:solidFill>
                <a:latin typeface="Trebuchet MS"/>
                <a:cs typeface="Trebuchet MS"/>
              </a:rPr>
              <a:t>n</a:t>
            </a:r>
            <a:r>
              <a:rPr sz="2800" b="1" spc="75" dirty="0">
                <a:solidFill>
                  <a:srgbClr val="0986DE"/>
                </a:solidFill>
                <a:latin typeface="Trebuchet MS"/>
                <a:cs typeface="Trebuchet MS"/>
              </a:rPr>
              <a:t>t</a:t>
            </a:r>
            <a:endParaRPr sz="2800">
              <a:latin typeface="Trebuchet MS"/>
              <a:cs typeface="Trebuchet MS"/>
            </a:endParaRPr>
          </a:p>
          <a:p>
            <a:pPr marL="43180" marR="146685">
              <a:lnSpc>
                <a:spcPct val="113300"/>
              </a:lnSpc>
              <a:spcBef>
                <a:spcPts val="1420"/>
              </a:spcBef>
            </a:pPr>
            <a:r>
              <a:rPr sz="1600" spc="50" dirty="0">
                <a:latin typeface="Verdana"/>
                <a:cs typeface="Verdana"/>
              </a:rPr>
              <a:t>Gather</a:t>
            </a:r>
            <a:r>
              <a:rPr sz="1600" spc="-140" dirty="0">
                <a:latin typeface="Verdana"/>
                <a:cs typeface="Verdana"/>
              </a:rPr>
              <a:t> </a:t>
            </a:r>
            <a:r>
              <a:rPr sz="1600" spc="40" dirty="0">
                <a:latin typeface="Verdana"/>
                <a:cs typeface="Verdana"/>
              </a:rPr>
              <a:t>historical</a:t>
            </a:r>
            <a:r>
              <a:rPr sz="1600" spc="-135" dirty="0">
                <a:latin typeface="Verdana"/>
                <a:cs typeface="Verdana"/>
              </a:rPr>
              <a:t> </a:t>
            </a:r>
            <a:r>
              <a:rPr sz="1600" spc="65" dirty="0">
                <a:latin typeface="Verdana"/>
                <a:cs typeface="Verdana"/>
              </a:rPr>
              <a:t>and</a:t>
            </a:r>
            <a:r>
              <a:rPr sz="1600" spc="-140" dirty="0">
                <a:latin typeface="Verdana"/>
                <a:cs typeface="Verdana"/>
              </a:rPr>
              <a:t> </a:t>
            </a:r>
            <a:r>
              <a:rPr sz="1600" spc="30" dirty="0">
                <a:latin typeface="Verdana"/>
                <a:cs typeface="Verdana"/>
              </a:rPr>
              <a:t>real-time</a:t>
            </a:r>
            <a:r>
              <a:rPr sz="1600" spc="-135" dirty="0">
                <a:latin typeface="Verdana"/>
                <a:cs typeface="Verdana"/>
              </a:rPr>
              <a:t> </a:t>
            </a:r>
            <a:r>
              <a:rPr sz="1600" spc="65" dirty="0">
                <a:latin typeface="Verdana"/>
                <a:cs typeface="Verdana"/>
              </a:rPr>
              <a:t>stock</a:t>
            </a:r>
            <a:r>
              <a:rPr sz="1600" spc="-135" dirty="0">
                <a:latin typeface="Verdana"/>
                <a:cs typeface="Verdana"/>
              </a:rPr>
              <a:t> </a:t>
            </a:r>
            <a:r>
              <a:rPr sz="1600" spc="60" dirty="0">
                <a:latin typeface="Verdana"/>
                <a:cs typeface="Verdana"/>
              </a:rPr>
              <a:t>data </a:t>
            </a:r>
            <a:r>
              <a:rPr sz="1600" spc="-550" dirty="0">
                <a:latin typeface="Verdana"/>
                <a:cs typeface="Verdana"/>
              </a:rPr>
              <a:t> </a:t>
            </a:r>
            <a:r>
              <a:rPr sz="1600" spc="65" dirty="0">
                <a:latin typeface="Verdana"/>
                <a:cs typeface="Verdana"/>
              </a:rPr>
              <a:t>from</a:t>
            </a:r>
            <a:r>
              <a:rPr sz="1600" spc="-140" dirty="0">
                <a:latin typeface="Verdana"/>
                <a:cs typeface="Verdana"/>
              </a:rPr>
              <a:t> </a:t>
            </a:r>
            <a:r>
              <a:rPr sz="1600" spc="40" dirty="0">
                <a:latin typeface="Verdana"/>
                <a:cs typeface="Verdana"/>
              </a:rPr>
              <a:t>multiple</a:t>
            </a:r>
            <a:r>
              <a:rPr sz="1600" spc="-135" dirty="0">
                <a:latin typeface="Verdana"/>
                <a:cs typeface="Verdana"/>
              </a:rPr>
              <a:t> </a:t>
            </a:r>
            <a:r>
              <a:rPr sz="1600" spc="30" dirty="0">
                <a:latin typeface="Verdana"/>
                <a:cs typeface="Verdana"/>
              </a:rPr>
              <a:t>sources.</a:t>
            </a:r>
            <a:endParaRPr sz="1600">
              <a:latin typeface="Verdana"/>
              <a:cs typeface="Verdana"/>
            </a:endParaRPr>
          </a:p>
          <a:p>
            <a:pPr marL="43180" marR="5080" indent="53975">
              <a:lnSpc>
                <a:spcPct val="113300"/>
              </a:lnSpc>
            </a:pPr>
            <a:r>
              <a:rPr sz="1600" spc="40" dirty="0">
                <a:latin typeface="Verdana"/>
                <a:cs typeface="Verdana"/>
              </a:rPr>
              <a:t>Define</a:t>
            </a:r>
            <a:r>
              <a:rPr sz="1600" spc="-140" dirty="0">
                <a:latin typeface="Verdana"/>
                <a:cs typeface="Verdana"/>
              </a:rPr>
              <a:t> </a:t>
            </a:r>
            <a:r>
              <a:rPr sz="1600" spc="50" dirty="0">
                <a:latin typeface="Verdana"/>
                <a:cs typeface="Verdana"/>
              </a:rPr>
              <a:t>industry-specific</a:t>
            </a:r>
            <a:r>
              <a:rPr sz="1600" spc="-135" dirty="0">
                <a:latin typeface="Verdana"/>
                <a:cs typeface="Verdana"/>
              </a:rPr>
              <a:t> </a:t>
            </a:r>
            <a:r>
              <a:rPr sz="1600" spc="40" dirty="0">
                <a:latin typeface="Verdana"/>
                <a:cs typeface="Verdana"/>
              </a:rPr>
              <a:t>criteria</a:t>
            </a:r>
            <a:r>
              <a:rPr sz="1600" spc="-135" dirty="0">
                <a:latin typeface="Verdana"/>
                <a:cs typeface="Verdana"/>
              </a:rPr>
              <a:t> </a:t>
            </a:r>
            <a:r>
              <a:rPr sz="1600" spc="60" dirty="0">
                <a:latin typeface="Verdana"/>
                <a:cs typeface="Verdana"/>
              </a:rPr>
              <a:t>for</a:t>
            </a:r>
            <a:r>
              <a:rPr sz="1600" spc="-140" dirty="0">
                <a:latin typeface="Verdana"/>
                <a:cs typeface="Verdana"/>
              </a:rPr>
              <a:t> </a:t>
            </a:r>
            <a:r>
              <a:rPr sz="1600" spc="45" dirty="0">
                <a:latin typeface="Verdana"/>
                <a:cs typeface="Verdana"/>
              </a:rPr>
              <a:t>sorting </a:t>
            </a:r>
            <a:r>
              <a:rPr sz="1600" spc="-545" dirty="0">
                <a:latin typeface="Verdana"/>
                <a:cs typeface="Verdana"/>
              </a:rPr>
              <a:t> </a:t>
            </a:r>
            <a:r>
              <a:rPr sz="1600" spc="25" dirty="0">
                <a:latin typeface="Verdana"/>
                <a:cs typeface="Verdana"/>
              </a:rPr>
              <a:t>stocks.</a:t>
            </a:r>
            <a:endParaRPr sz="1600">
              <a:latin typeface="Verdana"/>
              <a:cs typeface="Verdana"/>
            </a:endParaRPr>
          </a:p>
          <a:p>
            <a:pPr marL="43180" marR="373380" indent="53975">
              <a:lnSpc>
                <a:spcPct val="113300"/>
              </a:lnSpc>
            </a:pPr>
            <a:r>
              <a:rPr sz="1600" spc="-20" dirty="0">
                <a:latin typeface="Verdana"/>
                <a:cs typeface="Verdana"/>
              </a:rPr>
              <a:t>D</a:t>
            </a:r>
            <a:r>
              <a:rPr sz="1600" spc="70" dirty="0">
                <a:latin typeface="Verdana"/>
                <a:cs typeface="Verdana"/>
              </a:rPr>
              <a:t>e</a:t>
            </a:r>
            <a:r>
              <a:rPr sz="1600" spc="-60" dirty="0">
                <a:latin typeface="Verdana"/>
                <a:cs typeface="Verdana"/>
              </a:rPr>
              <a:t>v</a:t>
            </a:r>
            <a:r>
              <a:rPr sz="1600" spc="70" dirty="0">
                <a:latin typeface="Verdana"/>
                <a:cs typeface="Verdana"/>
              </a:rPr>
              <a:t>e</a:t>
            </a:r>
            <a:r>
              <a:rPr sz="1600" spc="-20" dirty="0">
                <a:latin typeface="Verdana"/>
                <a:cs typeface="Verdana"/>
              </a:rPr>
              <a:t>l</a:t>
            </a:r>
            <a:r>
              <a:rPr sz="1600" spc="75" dirty="0">
                <a:latin typeface="Verdana"/>
                <a:cs typeface="Verdana"/>
              </a:rPr>
              <a:t>o</a:t>
            </a:r>
            <a:r>
              <a:rPr sz="1600" spc="125" dirty="0">
                <a:latin typeface="Verdana"/>
                <a:cs typeface="Verdana"/>
              </a:rPr>
              <a:t>p</a:t>
            </a:r>
            <a:r>
              <a:rPr sz="1600" spc="-135" dirty="0">
                <a:latin typeface="Verdana"/>
                <a:cs typeface="Verdana"/>
              </a:rPr>
              <a:t> </a:t>
            </a:r>
            <a:r>
              <a:rPr sz="1600" spc="30" dirty="0">
                <a:latin typeface="Verdana"/>
                <a:cs typeface="Verdana"/>
              </a:rPr>
              <a:t>a</a:t>
            </a:r>
            <a:r>
              <a:rPr sz="1600" spc="45" dirty="0">
                <a:latin typeface="Verdana"/>
                <a:cs typeface="Verdana"/>
              </a:rPr>
              <a:t>n</a:t>
            </a:r>
            <a:r>
              <a:rPr sz="1600" spc="-135" dirty="0">
                <a:latin typeface="Verdana"/>
                <a:cs typeface="Verdana"/>
              </a:rPr>
              <a:t> </a:t>
            </a:r>
            <a:r>
              <a:rPr sz="1600" spc="30" dirty="0">
                <a:latin typeface="Verdana"/>
                <a:cs typeface="Verdana"/>
              </a:rPr>
              <a:t>a</a:t>
            </a:r>
            <a:r>
              <a:rPr sz="1600" spc="120" dirty="0">
                <a:latin typeface="Verdana"/>
                <a:cs typeface="Verdana"/>
              </a:rPr>
              <a:t>d</a:t>
            </a:r>
            <a:r>
              <a:rPr sz="1600" spc="30" dirty="0">
                <a:latin typeface="Verdana"/>
                <a:cs typeface="Verdana"/>
              </a:rPr>
              <a:t>a</a:t>
            </a:r>
            <a:r>
              <a:rPr sz="1600" spc="120" dirty="0">
                <a:latin typeface="Verdana"/>
                <a:cs typeface="Verdana"/>
              </a:rPr>
              <a:t>p</a:t>
            </a:r>
            <a:r>
              <a:rPr sz="1600" spc="65" dirty="0">
                <a:latin typeface="Verdana"/>
                <a:cs typeface="Verdana"/>
              </a:rPr>
              <a:t>t</a:t>
            </a:r>
            <a:r>
              <a:rPr sz="1600" spc="30" dirty="0">
                <a:latin typeface="Verdana"/>
                <a:cs typeface="Verdana"/>
              </a:rPr>
              <a:t>a</a:t>
            </a:r>
            <a:r>
              <a:rPr sz="1600" spc="120" dirty="0">
                <a:latin typeface="Verdana"/>
                <a:cs typeface="Verdana"/>
              </a:rPr>
              <a:t>b</a:t>
            </a:r>
            <a:r>
              <a:rPr sz="1600" spc="-20" dirty="0">
                <a:latin typeface="Verdana"/>
                <a:cs typeface="Verdana"/>
              </a:rPr>
              <a:t>l</a:t>
            </a:r>
            <a:r>
              <a:rPr sz="1600" spc="75" dirty="0">
                <a:latin typeface="Verdana"/>
                <a:cs typeface="Verdana"/>
              </a:rPr>
              <a:t>e</a:t>
            </a:r>
            <a:r>
              <a:rPr sz="1600" spc="-135" dirty="0">
                <a:latin typeface="Verdana"/>
                <a:cs typeface="Verdana"/>
              </a:rPr>
              <a:t> </a:t>
            </a:r>
            <a:r>
              <a:rPr sz="1600" spc="30" dirty="0">
                <a:latin typeface="Verdana"/>
                <a:cs typeface="Verdana"/>
              </a:rPr>
              <a:t>a</a:t>
            </a:r>
            <a:r>
              <a:rPr sz="1600" spc="-20" dirty="0">
                <a:latin typeface="Verdana"/>
                <a:cs typeface="Verdana"/>
              </a:rPr>
              <a:t>l</a:t>
            </a:r>
            <a:r>
              <a:rPr sz="1600" spc="95" dirty="0">
                <a:latin typeface="Verdana"/>
                <a:cs typeface="Verdana"/>
              </a:rPr>
              <a:t>g</a:t>
            </a:r>
            <a:r>
              <a:rPr sz="1600" spc="75" dirty="0">
                <a:latin typeface="Verdana"/>
                <a:cs typeface="Verdana"/>
              </a:rPr>
              <a:t>o</a:t>
            </a:r>
            <a:r>
              <a:rPr sz="1600" spc="5" dirty="0">
                <a:latin typeface="Verdana"/>
                <a:cs typeface="Verdana"/>
              </a:rPr>
              <a:t>r</a:t>
            </a:r>
            <a:r>
              <a:rPr sz="1600" spc="-20" dirty="0">
                <a:latin typeface="Verdana"/>
                <a:cs typeface="Verdana"/>
              </a:rPr>
              <a:t>i</a:t>
            </a:r>
            <a:r>
              <a:rPr sz="1600" spc="65" dirty="0">
                <a:latin typeface="Verdana"/>
                <a:cs typeface="Verdana"/>
              </a:rPr>
              <a:t>t</a:t>
            </a:r>
            <a:r>
              <a:rPr sz="1600" spc="40" dirty="0">
                <a:latin typeface="Verdana"/>
                <a:cs typeface="Verdana"/>
              </a:rPr>
              <a:t>h</a:t>
            </a:r>
            <a:r>
              <a:rPr sz="1600" spc="85" dirty="0">
                <a:latin typeface="Verdana"/>
                <a:cs typeface="Verdana"/>
              </a:rPr>
              <a:t>m</a:t>
            </a:r>
            <a:r>
              <a:rPr sz="1600" spc="-135" dirty="0">
                <a:latin typeface="Verdana"/>
                <a:cs typeface="Verdana"/>
              </a:rPr>
              <a:t> </a:t>
            </a:r>
            <a:r>
              <a:rPr sz="1600" spc="65" dirty="0">
                <a:latin typeface="Verdana"/>
                <a:cs typeface="Verdana"/>
              </a:rPr>
              <a:t>t</a:t>
            </a:r>
            <a:r>
              <a:rPr sz="1600" spc="80" dirty="0">
                <a:latin typeface="Verdana"/>
                <a:cs typeface="Verdana"/>
              </a:rPr>
              <a:t>o</a:t>
            </a:r>
            <a:r>
              <a:rPr sz="1600" spc="-135" dirty="0">
                <a:latin typeface="Verdana"/>
                <a:cs typeface="Verdana"/>
              </a:rPr>
              <a:t> </a:t>
            </a:r>
            <a:r>
              <a:rPr sz="1600" spc="40" dirty="0">
                <a:latin typeface="Verdana"/>
                <a:cs typeface="Verdana"/>
              </a:rPr>
              <a:t>s</a:t>
            </a:r>
            <a:r>
              <a:rPr sz="1600" spc="75" dirty="0">
                <a:latin typeface="Verdana"/>
                <a:cs typeface="Verdana"/>
              </a:rPr>
              <a:t>o</a:t>
            </a:r>
            <a:r>
              <a:rPr sz="1600" spc="5" dirty="0">
                <a:latin typeface="Verdana"/>
                <a:cs typeface="Verdana"/>
              </a:rPr>
              <a:t>r</a:t>
            </a:r>
            <a:r>
              <a:rPr sz="1600" spc="65" dirty="0">
                <a:latin typeface="Verdana"/>
                <a:cs typeface="Verdana"/>
              </a:rPr>
              <a:t>t  </a:t>
            </a:r>
            <a:r>
              <a:rPr sz="1600" spc="60" dirty="0">
                <a:latin typeface="Verdana"/>
                <a:cs typeface="Verdana"/>
              </a:rPr>
              <a:t>stocks</a:t>
            </a:r>
            <a:r>
              <a:rPr sz="1600" spc="-140" dirty="0">
                <a:latin typeface="Verdana"/>
                <a:cs typeface="Verdana"/>
              </a:rPr>
              <a:t> </a:t>
            </a:r>
            <a:r>
              <a:rPr sz="1600" spc="75" dirty="0">
                <a:latin typeface="Verdana"/>
                <a:cs typeface="Verdana"/>
              </a:rPr>
              <a:t>based</a:t>
            </a:r>
            <a:r>
              <a:rPr sz="1600" spc="-135" dirty="0">
                <a:latin typeface="Verdana"/>
                <a:cs typeface="Verdana"/>
              </a:rPr>
              <a:t> </a:t>
            </a:r>
            <a:r>
              <a:rPr sz="1600" spc="60" dirty="0">
                <a:latin typeface="Verdana"/>
                <a:cs typeface="Verdana"/>
              </a:rPr>
              <a:t>on</a:t>
            </a:r>
            <a:r>
              <a:rPr sz="1600" spc="-135" dirty="0">
                <a:latin typeface="Verdana"/>
                <a:cs typeface="Verdana"/>
              </a:rPr>
              <a:t> </a:t>
            </a:r>
            <a:r>
              <a:rPr sz="1600" spc="55" dirty="0">
                <a:latin typeface="Verdana"/>
                <a:cs typeface="Verdana"/>
              </a:rPr>
              <a:t>these</a:t>
            </a:r>
            <a:r>
              <a:rPr sz="1600" spc="-135" dirty="0">
                <a:latin typeface="Verdana"/>
                <a:cs typeface="Verdana"/>
              </a:rPr>
              <a:t> </a:t>
            </a:r>
            <a:r>
              <a:rPr sz="1600" spc="15" dirty="0">
                <a:latin typeface="Verdana"/>
                <a:cs typeface="Verdana"/>
              </a:rPr>
              <a:t>criteria.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9310778" y="2592351"/>
            <a:ext cx="5624195" cy="2276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204" dirty="0">
                <a:solidFill>
                  <a:srgbClr val="0986DE"/>
                </a:solidFill>
                <a:latin typeface="Trebuchet MS"/>
                <a:cs typeface="Trebuchet MS"/>
              </a:rPr>
              <a:t>R</a:t>
            </a:r>
            <a:r>
              <a:rPr sz="2800" b="1" spc="90" dirty="0">
                <a:solidFill>
                  <a:srgbClr val="0986DE"/>
                </a:solidFill>
                <a:latin typeface="Trebuchet MS"/>
                <a:cs typeface="Trebuchet MS"/>
              </a:rPr>
              <a:t>e</a:t>
            </a:r>
            <a:r>
              <a:rPr sz="2800" b="1" spc="190" dirty="0">
                <a:solidFill>
                  <a:srgbClr val="0986DE"/>
                </a:solidFill>
                <a:latin typeface="Trebuchet MS"/>
                <a:cs typeface="Trebuchet MS"/>
              </a:rPr>
              <a:t>al</a:t>
            </a:r>
            <a:r>
              <a:rPr sz="2800" b="1" spc="120" dirty="0">
                <a:solidFill>
                  <a:srgbClr val="0986DE"/>
                </a:solidFill>
                <a:latin typeface="Trebuchet MS"/>
                <a:cs typeface="Trebuchet MS"/>
              </a:rPr>
              <a:t>-</a:t>
            </a:r>
            <a:r>
              <a:rPr sz="2800" b="1" spc="70" dirty="0">
                <a:solidFill>
                  <a:srgbClr val="0986DE"/>
                </a:solidFill>
                <a:latin typeface="Trebuchet MS"/>
                <a:cs typeface="Trebuchet MS"/>
              </a:rPr>
              <a:t>t</a:t>
            </a:r>
            <a:r>
              <a:rPr sz="2800" b="1" spc="-35" dirty="0">
                <a:solidFill>
                  <a:srgbClr val="0986DE"/>
                </a:solidFill>
                <a:latin typeface="Trebuchet MS"/>
                <a:cs typeface="Trebuchet MS"/>
              </a:rPr>
              <a:t>i</a:t>
            </a:r>
            <a:r>
              <a:rPr sz="2800" b="1" spc="220" dirty="0">
                <a:solidFill>
                  <a:srgbClr val="0986DE"/>
                </a:solidFill>
                <a:latin typeface="Trebuchet MS"/>
                <a:cs typeface="Trebuchet MS"/>
              </a:rPr>
              <a:t>m</a:t>
            </a:r>
            <a:r>
              <a:rPr sz="2800" b="1" spc="95" dirty="0">
                <a:solidFill>
                  <a:srgbClr val="0986DE"/>
                </a:solidFill>
                <a:latin typeface="Trebuchet MS"/>
                <a:cs typeface="Trebuchet MS"/>
              </a:rPr>
              <a:t>e</a:t>
            </a:r>
            <a:r>
              <a:rPr sz="2800" b="1" spc="-215" dirty="0">
                <a:solidFill>
                  <a:srgbClr val="0986DE"/>
                </a:solidFill>
                <a:latin typeface="Trebuchet MS"/>
                <a:cs typeface="Trebuchet MS"/>
              </a:rPr>
              <a:t> </a:t>
            </a:r>
            <a:r>
              <a:rPr sz="2800" b="1" spc="200" dirty="0">
                <a:solidFill>
                  <a:srgbClr val="0986DE"/>
                </a:solidFill>
                <a:latin typeface="Trebuchet MS"/>
                <a:cs typeface="Trebuchet MS"/>
              </a:rPr>
              <a:t>D</a:t>
            </a:r>
            <a:r>
              <a:rPr sz="2800" b="1" spc="190" dirty="0">
                <a:solidFill>
                  <a:srgbClr val="0986DE"/>
                </a:solidFill>
                <a:latin typeface="Trebuchet MS"/>
                <a:cs typeface="Trebuchet MS"/>
              </a:rPr>
              <a:t>a</a:t>
            </a:r>
            <a:r>
              <a:rPr sz="2800" b="1" spc="70" dirty="0">
                <a:solidFill>
                  <a:srgbClr val="0986DE"/>
                </a:solidFill>
                <a:latin typeface="Trebuchet MS"/>
                <a:cs typeface="Trebuchet MS"/>
              </a:rPr>
              <a:t>t</a:t>
            </a:r>
            <a:r>
              <a:rPr sz="2800" b="1" spc="195" dirty="0">
                <a:solidFill>
                  <a:srgbClr val="0986DE"/>
                </a:solidFill>
                <a:latin typeface="Trebuchet MS"/>
                <a:cs typeface="Trebuchet MS"/>
              </a:rPr>
              <a:t>a</a:t>
            </a:r>
            <a:r>
              <a:rPr sz="2800" b="1" spc="-215" dirty="0">
                <a:solidFill>
                  <a:srgbClr val="0986DE"/>
                </a:solidFill>
                <a:latin typeface="Trebuchet MS"/>
                <a:cs typeface="Trebuchet MS"/>
              </a:rPr>
              <a:t> </a:t>
            </a:r>
            <a:r>
              <a:rPr sz="2800" b="1" spc="105" dirty="0">
                <a:solidFill>
                  <a:srgbClr val="0986DE"/>
                </a:solidFill>
                <a:latin typeface="Trebuchet MS"/>
                <a:cs typeface="Trebuchet MS"/>
              </a:rPr>
              <a:t>I</a:t>
            </a:r>
            <a:r>
              <a:rPr sz="2800" b="1" spc="80" dirty="0">
                <a:solidFill>
                  <a:srgbClr val="0986DE"/>
                </a:solidFill>
                <a:latin typeface="Trebuchet MS"/>
                <a:cs typeface="Trebuchet MS"/>
              </a:rPr>
              <a:t>n</a:t>
            </a:r>
            <a:r>
              <a:rPr sz="2800" b="1" spc="70" dirty="0">
                <a:solidFill>
                  <a:srgbClr val="0986DE"/>
                </a:solidFill>
                <a:latin typeface="Trebuchet MS"/>
                <a:cs typeface="Trebuchet MS"/>
              </a:rPr>
              <a:t>t</a:t>
            </a:r>
            <a:r>
              <a:rPr sz="2800" b="1" spc="90" dirty="0">
                <a:solidFill>
                  <a:srgbClr val="0986DE"/>
                </a:solidFill>
                <a:latin typeface="Trebuchet MS"/>
                <a:cs typeface="Trebuchet MS"/>
              </a:rPr>
              <a:t>e</a:t>
            </a:r>
            <a:r>
              <a:rPr sz="2800" b="1" spc="400" dirty="0">
                <a:solidFill>
                  <a:srgbClr val="0986DE"/>
                </a:solidFill>
                <a:latin typeface="Trebuchet MS"/>
                <a:cs typeface="Trebuchet MS"/>
              </a:rPr>
              <a:t>g</a:t>
            </a:r>
            <a:r>
              <a:rPr sz="2800" b="1" spc="-35" dirty="0">
                <a:solidFill>
                  <a:srgbClr val="0986DE"/>
                </a:solidFill>
                <a:latin typeface="Trebuchet MS"/>
                <a:cs typeface="Trebuchet MS"/>
              </a:rPr>
              <a:t>r</a:t>
            </a:r>
            <a:r>
              <a:rPr sz="2800" b="1" spc="190" dirty="0">
                <a:solidFill>
                  <a:srgbClr val="0986DE"/>
                </a:solidFill>
                <a:latin typeface="Trebuchet MS"/>
                <a:cs typeface="Trebuchet MS"/>
              </a:rPr>
              <a:t>a</a:t>
            </a:r>
            <a:r>
              <a:rPr sz="2800" b="1" spc="70" dirty="0">
                <a:solidFill>
                  <a:srgbClr val="0986DE"/>
                </a:solidFill>
                <a:latin typeface="Trebuchet MS"/>
                <a:cs typeface="Trebuchet MS"/>
              </a:rPr>
              <a:t>t</a:t>
            </a:r>
            <a:r>
              <a:rPr sz="2800" b="1" spc="-35" dirty="0">
                <a:solidFill>
                  <a:srgbClr val="0986DE"/>
                </a:solidFill>
                <a:latin typeface="Trebuchet MS"/>
                <a:cs typeface="Trebuchet MS"/>
              </a:rPr>
              <a:t>i</a:t>
            </a:r>
            <a:r>
              <a:rPr sz="2800" b="1" spc="125" dirty="0">
                <a:solidFill>
                  <a:srgbClr val="0986DE"/>
                </a:solidFill>
                <a:latin typeface="Trebuchet MS"/>
                <a:cs typeface="Trebuchet MS"/>
              </a:rPr>
              <a:t>o</a:t>
            </a:r>
            <a:r>
              <a:rPr sz="2800" b="1" spc="85" dirty="0">
                <a:solidFill>
                  <a:srgbClr val="0986DE"/>
                </a:solidFill>
                <a:latin typeface="Trebuchet MS"/>
                <a:cs typeface="Trebuchet MS"/>
              </a:rPr>
              <a:t>n</a:t>
            </a:r>
            <a:endParaRPr sz="2800">
              <a:latin typeface="Trebuchet MS"/>
              <a:cs typeface="Trebuchet MS"/>
            </a:endParaRPr>
          </a:p>
          <a:p>
            <a:pPr marL="12700" marR="5080">
              <a:lnSpc>
                <a:spcPct val="115900"/>
              </a:lnSpc>
              <a:spcBef>
                <a:spcPts val="1420"/>
              </a:spcBef>
            </a:pPr>
            <a:r>
              <a:rPr sz="1550" spc="45" dirty="0">
                <a:latin typeface="Verdana"/>
                <a:cs typeface="Verdana"/>
              </a:rPr>
              <a:t>Establish</a:t>
            </a:r>
            <a:r>
              <a:rPr sz="1550" spc="-125" dirty="0">
                <a:latin typeface="Verdana"/>
                <a:cs typeface="Verdana"/>
              </a:rPr>
              <a:t> </a:t>
            </a:r>
            <a:r>
              <a:rPr sz="1550" spc="90" dirty="0">
                <a:latin typeface="Verdana"/>
                <a:cs typeface="Verdana"/>
              </a:rPr>
              <a:t>connections</a:t>
            </a:r>
            <a:r>
              <a:rPr sz="1550" spc="-120" dirty="0">
                <a:latin typeface="Verdana"/>
                <a:cs typeface="Verdana"/>
              </a:rPr>
              <a:t> </a:t>
            </a:r>
            <a:r>
              <a:rPr sz="1550" spc="90" dirty="0">
                <a:latin typeface="Verdana"/>
                <a:cs typeface="Verdana"/>
              </a:rPr>
              <a:t>to</a:t>
            </a:r>
            <a:r>
              <a:rPr sz="1550" spc="-125" dirty="0">
                <a:latin typeface="Verdana"/>
                <a:cs typeface="Verdana"/>
              </a:rPr>
              <a:t> </a:t>
            </a:r>
            <a:r>
              <a:rPr sz="1550" spc="65" dirty="0">
                <a:latin typeface="Verdana"/>
                <a:cs typeface="Verdana"/>
              </a:rPr>
              <a:t>integrate</a:t>
            </a:r>
            <a:r>
              <a:rPr sz="1550" spc="-120" dirty="0">
                <a:latin typeface="Verdana"/>
                <a:cs typeface="Verdana"/>
              </a:rPr>
              <a:t> </a:t>
            </a:r>
            <a:r>
              <a:rPr sz="1550" spc="25" dirty="0">
                <a:latin typeface="Verdana"/>
                <a:cs typeface="Verdana"/>
              </a:rPr>
              <a:t>daily</a:t>
            </a:r>
            <a:r>
              <a:rPr sz="1550" spc="-125" dirty="0">
                <a:latin typeface="Verdana"/>
                <a:cs typeface="Verdana"/>
              </a:rPr>
              <a:t> </a:t>
            </a:r>
            <a:r>
              <a:rPr sz="1550" spc="80" dirty="0">
                <a:latin typeface="Verdana"/>
                <a:cs typeface="Verdana"/>
              </a:rPr>
              <a:t>data</a:t>
            </a:r>
            <a:r>
              <a:rPr sz="1550" spc="-120" dirty="0">
                <a:latin typeface="Verdana"/>
                <a:cs typeface="Verdana"/>
              </a:rPr>
              <a:t> </a:t>
            </a:r>
            <a:r>
              <a:rPr sz="1550" spc="90" dirty="0">
                <a:latin typeface="Verdana"/>
                <a:cs typeface="Verdana"/>
              </a:rPr>
              <a:t>updates </a:t>
            </a:r>
            <a:r>
              <a:rPr sz="1550" spc="-530" dirty="0">
                <a:latin typeface="Verdana"/>
                <a:cs typeface="Verdana"/>
              </a:rPr>
              <a:t> </a:t>
            </a:r>
            <a:r>
              <a:rPr sz="1550" spc="25" dirty="0">
                <a:latin typeface="Verdana"/>
                <a:cs typeface="Verdana"/>
              </a:rPr>
              <a:t>seamlessly.</a:t>
            </a:r>
            <a:endParaRPr sz="1550">
              <a:latin typeface="Verdana"/>
              <a:cs typeface="Verdana"/>
            </a:endParaRPr>
          </a:p>
          <a:p>
            <a:pPr marL="12700" marR="154940" indent="53975">
              <a:lnSpc>
                <a:spcPct val="115900"/>
              </a:lnSpc>
            </a:pPr>
            <a:r>
              <a:rPr sz="1550" spc="55" dirty="0">
                <a:latin typeface="Verdana"/>
                <a:cs typeface="Verdana"/>
              </a:rPr>
              <a:t>Implement</a:t>
            </a:r>
            <a:r>
              <a:rPr sz="1550" spc="-130" dirty="0">
                <a:latin typeface="Verdana"/>
                <a:cs typeface="Verdana"/>
              </a:rPr>
              <a:t> </a:t>
            </a:r>
            <a:r>
              <a:rPr sz="1550" spc="85" dirty="0">
                <a:latin typeface="Verdana"/>
                <a:cs typeface="Verdana"/>
              </a:rPr>
              <a:t>automated</a:t>
            </a:r>
            <a:r>
              <a:rPr sz="1550" spc="-125" dirty="0">
                <a:latin typeface="Verdana"/>
                <a:cs typeface="Verdana"/>
              </a:rPr>
              <a:t> </a:t>
            </a:r>
            <a:r>
              <a:rPr sz="1550" spc="90" dirty="0">
                <a:latin typeface="Verdana"/>
                <a:cs typeface="Verdana"/>
              </a:rPr>
              <a:t>processes</a:t>
            </a:r>
            <a:r>
              <a:rPr sz="1550" spc="-125" dirty="0">
                <a:latin typeface="Verdana"/>
                <a:cs typeface="Verdana"/>
              </a:rPr>
              <a:t> </a:t>
            </a:r>
            <a:r>
              <a:rPr sz="1550" spc="75" dirty="0">
                <a:latin typeface="Verdana"/>
                <a:cs typeface="Verdana"/>
              </a:rPr>
              <a:t>for</a:t>
            </a:r>
            <a:r>
              <a:rPr sz="1550" spc="-125" dirty="0">
                <a:latin typeface="Verdana"/>
                <a:cs typeface="Verdana"/>
              </a:rPr>
              <a:t> </a:t>
            </a:r>
            <a:r>
              <a:rPr sz="1550" spc="80" dirty="0">
                <a:latin typeface="Verdana"/>
                <a:cs typeface="Verdana"/>
              </a:rPr>
              <a:t>data</a:t>
            </a:r>
            <a:r>
              <a:rPr sz="1550" spc="-125" dirty="0">
                <a:latin typeface="Verdana"/>
                <a:cs typeface="Verdana"/>
              </a:rPr>
              <a:t> </a:t>
            </a:r>
            <a:r>
              <a:rPr sz="1550" spc="60" dirty="0">
                <a:latin typeface="Verdana"/>
                <a:cs typeface="Verdana"/>
              </a:rPr>
              <a:t>fetching, </a:t>
            </a:r>
            <a:r>
              <a:rPr sz="1550" spc="-530" dirty="0">
                <a:latin typeface="Verdana"/>
                <a:cs typeface="Verdana"/>
              </a:rPr>
              <a:t> </a:t>
            </a:r>
            <a:r>
              <a:rPr sz="1550" spc="60" dirty="0">
                <a:latin typeface="Verdana"/>
                <a:cs typeface="Verdana"/>
              </a:rPr>
              <a:t>processing,</a:t>
            </a:r>
            <a:r>
              <a:rPr sz="1550" spc="-130" dirty="0">
                <a:latin typeface="Verdana"/>
                <a:cs typeface="Verdana"/>
              </a:rPr>
              <a:t> </a:t>
            </a:r>
            <a:r>
              <a:rPr sz="1550" spc="85" dirty="0">
                <a:latin typeface="Verdana"/>
                <a:cs typeface="Verdana"/>
              </a:rPr>
              <a:t>and</a:t>
            </a:r>
            <a:r>
              <a:rPr sz="1550" spc="-125" dirty="0">
                <a:latin typeface="Verdana"/>
                <a:cs typeface="Verdana"/>
              </a:rPr>
              <a:t> </a:t>
            </a:r>
            <a:r>
              <a:rPr sz="1550" spc="50" dirty="0">
                <a:latin typeface="Verdana"/>
                <a:cs typeface="Verdana"/>
              </a:rPr>
              <a:t>updating.</a:t>
            </a:r>
            <a:endParaRPr sz="1550">
              <a:latin typeface="Verdana"/>
              <a:cs typeface="Verdana"/>
            </a:endParaRPr>
          </a:p>
          <a:p>
            <a:pPr marL="12700" marR="413384" indent="53975">
              <a:lnSpc>
                <a:spcPct val="115900"/>
              </a:lnSpc>
            </a:pPr>
            <a:r>
              <a:rPr sz="1550" spc="60" dirty="0">
                <a:latin typeface="Verdana"/>
                <a:cs typeface="Verdana"/>
              </a:rPr>
              <a:t>Continuously</a:t>
            </a:r>
            <a:r>
              <a:rPr sz="1550" spc="-125" dirty="0">
                <a:latin typeface="Verdana"/>
                <a:cs typeface="Verdana"/>
              </a:rPr>
              <a:t> </a:t>
            </a:r>
            <a:r>
              <a:rPr sz="1550" spc="65" dirty="0">
                <a:latin typeface="Verdana"/>
                <a:cs typeface="Verdana"/>
              </a:rPr>
              <a:t>optimize</a:t>
            </a:r>
            <a:r>
              <a:rPr sz="1550" spc="-120" dirty="0">
                <a:latin typeface="Verdana"/>
                <a:cs typeface="Verdana"/>
              </a:rPr>
              <a:t> </a:t>
            </a:r>
            <a:r>
              <a:rPr sz="1550" spc="70" dirty="0">
                <a:latin typeface="Verdana"/>
                <a:cs typeface="Verdana"/>
              </a:rPr>
              <a:t>parameters</a:t>
            </a:r>
            <a:r>
              <a:rPr sz="1550" spc="-120" dirty="0">
                <a:latin typeface="Verdana"/>
                <a:cs typeface="Verdana"/>
              </a:rPr>
              <a:t> </a:t>
            </a:r>
            <a:r>
              <a:rPr sz="1550" spc="75" dirty="0">
                <a:latin typeface="Verdana"/>
                <a:cs typeface="Verdana"/>
              </a:rPr>
              <a:t>for</a:t>
            </a:r>
            <a:r>
              <a:rPr sz="1550" spc="-120" dirty="0">
                <a:latin typeface="Verdana"/>
                <a:cs typeface="Verdana"/>
              </a:rPr>
              <a:t> </a:t>
            </a:r>
            <a:r>
              <a:rPr sz="1550" spc="45" dirty="0">
                <a:latin typeface="Verdana"/>
                <a:cs typeface="Verdana"/>
              </a:rPr>
              <a:t>evaluating </a:t>
            </a:r>
            <a:r>
              <a:rPr sz="1550" spc="-530" dirty="0">
                <a:latin typeface="Verdana"/>
                <a:cs typeface="Verdana"/>
              </a:rPr>
              <a:t> </a:t>
            </a:r>
            <a:r>
              <a:rPr sz="1550" spc="85" dirty="0">
                <a:latin typeface="Verdana"/>
                <a:cs typeface="Verdana"/>
              </a:rPr>
              <a:t>stock</a:t>
            </a:r>
            <a:r>
              <a:rPr sz="1550" spc="-130" dirty="0">
                <a:latin typeface="Verdana"/>
                <a:cs typeface="Verdana"/>
              </a:rPr>
              <a:t> </a:t>
            </a:r>
            <a:r>
              <a:rPr sz="1550" spc="65" dirty="0">
                <a:latin typeface="Verdana"/>
                <a:cs typeface="Verdana"/>
              </a:rPr>
              <a:t>performance.</a:t>
            </a:r>
            <a:endParaRPr sz="15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28700" y="9248775"/>
            <a:ext cx="14446250" cy="0"/>
          </a:xfrm>
          <a:custGeom>
            <a:avLst/>
            <a:gdLst/>
            <a:ahLst/>
            <a:cxnLst/>
            <a:rect l="l" t="t" r="r" b="b"/>
            <a:pathLst>
              <a:path w="14446250">
                <a:moveTo>
                  <a:pt x="0" y="0"/>
                </a:moveTo>
                <a:lnTo>
                  <a:pt x="14445737" y="0"/>
                </a:lnTo>
              </a:path>
            </a:pathLst>
          </a:custGeom>
          <a:ln w="190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15474438" y="9163731"/>
            <a:ext cx="1784985" cy="189230"/>
            <a:chOff x="15474438" y="9163731"/>
            <a:chExt cx="1784985" cy="189230"/>
          </a:xfrm>
        </p:grpSpPr>
        <p:sp>
          <p:nvSpPr>
            <p:cNvPr id="4" name="object 4"/>
            <p:cNvSpPr/>
            <p:nvPr/>
          </p:nvSpPr>
          <p:spPr>
            <a:xfrm>
              <a:off x="16169663" y="9248774"/>
              <a:ext cx="1089660" cy="0"/>
            </a:xfrm>
            <a:custGeom>
              <a:avLst/>
              <a:gdLst/>
              <a:ahLst/>
              <a:cxnLst/>
              <a:rect l="l" t="t" r="r" b="b"/>
              <a:pathLst>
                <a:path w="1089659">
                  <a:moveTo>
                    <a:pt x="0" y="0"/>
                  </a:moveTo>
                  <a:lnTo>
                    <a:pt x="1089636" y="0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5474438" y="9163731"/>
              <a:ext cx="695325" cy="189230"/>
            </a:xfrm>
            <a:custGeom>
              <a:avLst/>
              <a:gdLst/>
              <a:ahLst/>
              <a:cxnLst/>
              <a:rect l="l" t="t" r="r" b="b"/>
              <a:pathLst>
                <a:path w="695325" h="189229">
                  <a:moveTo>
                    <a:pt x="695224" y="189136"/>
                  </a:moveTo>
                  <a:lnTo>
                    <a:pt x="0" y="189136"/>
                  </a:lnTo>
                  <a:lnTo>
                    <a:pt x="0" y="0"/>
                  </a:lnTo>
                  <a:lnTo>
                    <a:pt x="695224" y="0"/>
                  </a:lnTo>
                  <a:lnTo>
                    <a:pt x="695224" y="189136"/>
                  </a:lnTo>
                  <a:close/>
                </a:path>
              </a:pathLst>
            </a:custGeom>
            <a:solidFill>
              <a:srgbClr val="0986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6100" y="436216"/>
            <a:ext cx="4486274" cy="8181974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5703036" y="498164"/>
            <a:ext cx="1501140" cy="1105535"/>
            <a:chOff x="5703036" y="498164"/>
            <a:chExt cx="1501140" cy="1105535"/>
          </a:xfrm>
        </p:grpSpPr>
        <p:sp>
          <p:nvSpPr>
            <p:cNvPr id="8" name="object 8"/>
            <p:cNvSpPr/>
            <p:nvPr/>
          </p:nvSpPr>
          <p:spPr>
            <a:xfrm>
              <a:off x="5706402" y="594981"/>
              <a:ext cx="1497965" cy="1009015"/>
            </a:xfrm>
            <a:custGeom>
              <a:avLst/>
              <a:gdLst/>
              <a:ahLst/>
              <a:cxnLst/>
              <a:rect l="l" t="t" r="r" b="b"/>
              <a:pathLst>
                <a:path w="1497965" h="1009015">
                  <a:moveTo>
                    <a:pt x="1497520" y="285724"/>
                  </a:moveTo>
                  <a:lnTo>
                    <a:pt x="1491183" y="241554"/>
                  </a:lnTo>
                  <a:lnTo>
                    <a:pt x="1474114" y="196062"/>
                  </a:lnTo>
                  <a:lnTo>
                    <a:pt x="1449133" y="151142"/>
                  </a:lnTo>
                  <a:lnTo>
                    <a:pt x="1419085" y="108635"/>
                  </a:lnTo>
                  <a:lnTo>
                    <a:pt x="1386776" y="70408"/>
                  </a:lnTo>
                  <a:lnTo>
                    <a:pt x="1355039" y="38328"/>
                  </a:lnTo>
                  <a:lnTo>
                    <a:pt x="1304582" y="0"/>
                  </a:lnTo>
                  <a:lnTo>
                    <a:pt x="1181468" y="48717"/>
                  </a:lnTo>
                  <a:lnTo>
                    <a:pt x="963447" y="181330"/>
                  </a:lnTo>
                  <a:lnTo>
                    <a:pt x="755599" y="318820"/>
                  </a:lnTo>
                  <a:lnTo>
                    <a:pt x="709688" y="350240"/>
                  </a:lnTo>
                  <a:lnTo>
                    <a:pt x="684377" y="249110"/>
                  </a:lnTo>
                  <a:lnTo>
                    <a:pt x="635165" y="93611"/>
                  </a:lnTo>
                  <a:lnTo>
                    <a:pt x="591515" y="35026"/>
                  </a:lnTo>
                  <a:lnTo>
                    <a:pt x="460667" y="187350"/>
                  </a:lnTo>
                  <a:lnTo>
                    <a:pt x="261607" y="471995"/>
                  </a:lnTo>
                  <a:lnTo>
                    <a:pt x="79616" y="746937"/>
                  </a:lnTo>
                  <a:lnTo>
                    <a:pt x="0" y="870153"/>
                  </a:lnTo>
                  <a:lnTo>
                    <a:pt x="45491" y="950201"/>
                  </a:lnTo>
                  <a:lnTo>
                    <a:pt x="103708" y="978052"/>
                  </a:lnTo>
                  <a:lnTo>
                    <a:pt x="180200" y="991552"/>
                  </a:lnTo>
                  <a:lnTo>
                    <a:pt x="227406" y="996810"/>
                  </a:lnTo>
                  <a:lnTo>
                    <a:pt x="279565" y="1001077"/>
                  </a:lnTo>
                  <a:lnTo>
                    <a:pt x="335889" y="1004366"/>
                  </a:lnTo>
                  <a:lnTo>
                    <a:pt x="395592" y="1006690"/>
                  </a:lnTo>
                  <a:lnTo>
                    <a:pt x="457911" y="1008062"/>
                  </a:lnTo>
                  <a:lnTo>
                    <a:pt x="522071" y="1008494"/>
                  </a:lnTo>
                  <a:lnTo>
                    <a:pt x="587273" y="1007986"/>
                  </a:lnTo>
                  <a:lnTo>
                    <a:pt x="652754" y="1006551"/>
                  </a:lnTo>
                  <a:lnTo>
                    <a:pt x="717740" y="1004201"/>
                  </a:lnTo>
                  <a:lnTo>
                    <a:pt x="781443" y="1000937"/>
                  </a:lnTo>
                  <a:lnTo>
                    <a:pt x="843089" y="996784"/>
                  </a:lnTo>
                  <a:lnTo>
                    <a:pt x="901903" y="991743"/>
                  </a:lnTo>
                  <a:lnTo>
                    <a:pt x="957097" y="985812"/>
                  </a:lnTo>
                  <a:lnTo>
                    <a:pt x="1007910" y="979017"/>
                  </a:lnTo>
                  <a:lnTo>
                    <a:pt x="1053566" y="971372"/>
                  </a:lnTo>
                  <a:lnTo>
                    <a:pt x="1093266" y="962875"/>
                  </a:lnTo>
                  <a:lnTo>
                    <a:pt x="1151712" y="943356"/>
                  </a:lnTo>
                  <a:lnTo>
                    <a:pt x="1177061" y="920559"/>
                  </a:lnTo>
                  <a:lnTo>
                    <a:pt x="1173492" y="905129"/>
                  </a:lnTo>
                  <a:lnTo>
                    <a:pt x="1144485" y="848995"/>
                  </a:lnTo>
                  <a:lnTo>
                    <a:pt x="1023899" y="718972"/>
                  </a:lnTo>
                  <a:lnTo>
                    <a:pt x="955548" y="659511"/>
                  </a:lnTo>
                  <a:lnTo>
                    <a:pt x="1005065" y="635762"/>
                  </a:lnTo>
                  <a:lnTo>
                    <a:pt x="1061618" y="607974"/>
                  </a:lnTo>
                  <a:lnTo>
                    <a:pt x="1121841" y="577532"/>
                  </a:lnTo>
                  <a:lnTo>
                    <a:pt x="1183678" y="545172"/>
                  </a:lnTo>
                  <a:lnTo>
                    <a:pt x="1245095" y="511619"/>
                  </a:lnTo>
                  <a:lnTo>
                    <a:pt x="1304036" y="477621"/>
                  </a:lnTo>
                  <a:lnTo>
                    <a:pt x="1358480" y="443915"/>
                  </a:lnTo>
                  <a:lnTo>
                    <a:pt x="1406359" y="411238"/>
                  </a:lnTo>
                  <a:lnTo>
                    <a:pt x="1445666" y="380326"/>
                  </a:lnTo>
                  <a:lnTo>
                    <a:pt x="1474317" y="351917"/>
                  </a:lnTo>
                  <a:lnTo>
                    <a:pt x="1490306" y="326758"/>
                  </a:lnTo>
                  <a:lnTo>
                    <a:pt x="1497520" y="285724"/>
                  </a:lnTo>
                  <a:close/>
                </a:path>
              </a:pathLst>
            </a:custGeom>
            <a:solidFill>
              <a:srgbClr val="7825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703024" y="498169"/>
              <a:ext cx="1454150" cy="1025525"/>
            </a:xfrm>
            <a:custGeom>
              <a:avLst/>
              <a:gdLst/>
              <a:ahLst/>
              <a:cxnLst/>
              <a:rect l="l" t="t" r="r" b="b"/>
              <a:pathLst>
                <a:path w="1454150" h="1025525">
                  <a:moveTo>
                    <a:pt x="1453781" y="303403"/>
                  </a:moveTo>
                  <a:lnTo>
                    <a:pt x="1448498" y="258622"/>
                  </a:lnTo>
                  <a:lnTo>
                    <a:pt x="1431925" y="212864"/>
                  </a:lnTo>
                  <a:lnTo>
                    <a:pt x="1406982" y="167919"/>
                  </a:lnTo>
                  <a:lnTo>
                    <a:pt x="1376591" y="125603"/>
                  </a:lnTo>
                  <a:lnTo>
                    <a:pt x="1343698" y="87718"/>
                  </a:lnTo>
                  <a:lnTo>
                    <a:pt x="1311198" y="56057"/>
                  </a:lnTo>
                  <a:lnTo>
                    <a:pt x="1259154" y="18643"/>
                  </a:lnTo>
                  <a:lnTo>
                    <a:pt x="1125359" y="73431"/>
                  </a:lnTo>
                  <a:lnTo>
                    <a:pt x="886002" y="218160"/>
                  </a:lnTo>
                  <a:lnTo>
                    <a:pt x="704011" y="337007"/>
                  </a:lnTo>
                  <a:lnTo>
                    <a:pt x="693801" y="278638"/>
                  </a:lnTo>
                  <a:lnTo>
                    <a:pt x="647407" y="77647"/>
                  </a:lnTo>
                  <a:lnTo>
                    <a:pt x="602195" y="0"/>
                  </a:lnTo>
                  <a:lnTo>
                    <a:pt x="587146" y="11125"/>
                  </a:lnTo>
                  <a:lnTo>
                    <a:pt x="544957" y="54559"/>
                  </a:lnTo>
                  <a:lnTo>
                    <a:pt x="518706" y="85572"/>
                  </a:lnTo>
                  <a:lnTo>
                    <a:pt x="489635" y="121920"/>
                  </a:lnTo>
                  <a:lnTo>
                    <a:pt x="458203" y="162953"/>
                  </a:lnTo>
                  <a:lnTo>
                    <a:pt x="424840" y="208038"/>
                  </a:lnTo>
                  <a:lnTo>
                    <a:pt x="390017" y="256514"/>
                  </a:lnTo>
                  <a:lnTo>
                    <a:pt x="354177" y="307733"/>
                  </a:lnTo>
                  <a:lnTo>
                    <a:pt x="317779" y="361061"/>
                  </a:lnTo>
                  <a:lnTo>
                    <a:pt x="281279" y="415848"/>
                  </a:lnTo>
                  <a:lnTo>
                    <a:pt x="245122" y="471462"/>
                  </a:lnTo>
                  <a:lnTo>
                    <a:pt x="209778" y="527227"/>
                  </a:lnTo>
                  <a:lnTo>
                    <a:pt x="175679" y="582523"/>
                  </a:lnTo>
                  <a:lnTo>
                    <a:pt x="143281" y="636689"/>
                  </a:lnTo>
                  <a:lnTo>
                    <a:pt x="113055" y="689076"/>
                  </a:lnTo>
                  <a:lnTo>
                    <a:pt x="85432" y="739051"/>
                  </a:lnTo>
                  <a:lnTo>
                    <a:pt x="60883" y="785964"/>
                  </a:lnTo>
                  <a:lnTo>
                    <a:pt x="39852" y="829170"/>
                  </a:lnTo>
                  <a:lnTo>
                    <a:pt x="22796" y="868032"/>
                  </a:lnTo>
                  <a:lnTo>
                    <a:pt x="2425" y="930084"/>
                  </a:lnTo>
                  <a:lnTo>
                    <a:pt x="0" y="951992"/>
                  </a:lnTo>
                  <a:lnTo>
                    <a:pt x="3378" y="966965"/>
                  </a:lnTo>
                  <a:lnTo>
                    <a:pt x="61595" y="994816"/>
                  </a:lnTo>
                  <a:lnTo>
                    <a:pt x="138074" y="1008316"/>
                  </a:lnTo>
                  <a:lnTo>
                    <a:pt x="185293" y="1013561"/>
                  </a:lnTo>
                  <a:lnTo>
                    <a:pt x="237451" y="1017828"/>
                  </a:lnTo>
                  <a:lnTo>
                    <a:pt x="293763" y="1021130"/>
                  </a:lnTo>
                  <a:lnTo>
                    <a:pt x="353479" y="1023454"/>
                  </a:lnTo>
                  <a:lnTo>
                    <a:pt x="415798" y="1024826"/>
                  </a:lnTo>
                  <a:lnTo>
                    <a:pt x="479945" y="1025258"/>
                  </a:lnTo>
                  <a:lnTo>
                    <a:pt x="545147" y="1024750"/>
                  </a:lnTo>
                  <a:lnTo>
                    <a:pt x="610628" y="1023315"/>
                  </a:lnTo>
                  <a:lnTo>
                    <a:pt x="675614" y="1020953"/>
                  </a:lnTo>
                  <a:lnTo>
                    <a:pt x="739317" y="1017701"/>
                  </a:lnTo>
                  <a:lnTo>
                    <a:pt x="800963" y="1013536"/>
                  </a:lnTo>
                  <a:lnTo>
                    <a:pt x="859777" y="1008494"/>
                  </a:lnTo>
                  <a:lnTo>
                    <a:pt x="914984" y="1002576"/>
                  </a:lnTo>
                  <a:lnTo>
                    <a:pt x="965796" y="995781"/>
                  </a:lnTo>
                  <a:lnTo>
                    <a:pt x="1011440" y="988136"/>
                  </a:lnTo>
                  <a:lnTo>
                    <a:pt x="1051140" y="979627"/>
                  </a:lnTo>
                  <a:lnTo>
                    <a:pt x="1109599" y="960120"/>
                  </a:lnTo>
                  <a:lnTo>
                    <a:pt x="1134948" y="937323"/>
                  </a:lnTo>
                  <a:lnTo>
                    <a:pt x="1079487" y="861441"/>
                  </a:lnTo>
                  <a:lnTo>
                    <a:pt x="944689" y="741006"/>
                  </a:lnTo>
                  <a:lnTo>
                    <a:pt x="886650" y="693877"/>
                  </a:lnTo>
                  <a:lnTo>
                    <a:pt x="929716" y="672731"/>
                  </a:lnTo>
                  <a:lnTo>
                    <a:pt x="985393" y="644855"/>
                  </a:lnTo>
                  <a:lnTo>
                    <a:pt x="1043901" y="614857"/>
                  </a:lnTo>
                  <a:lnTo>
                    <a:pt x="1103693" y="583323"/>
                  </a:lnTo>
                  <a:lnTo>
                    <a:pt x="1163256" y="550824"/>
                  </a:lnTo>
                  <a:lnTo>
                    <a:pt x="1221054" y="517969"/>
                  </a:lnTo>
                  <a:lnTo>
                    <a:pt x="1275549" y="485305"/>
                  </a:lnTo>
                  <a:lnTo>
                    <a:pt x="1325206" y="453428"/>
                  </a:lnTo>
                  <a:lnTo>
                    <a:pt x="1368501" y="422922"/>
                  </a:lnTo>
                  <a:lnTo>
                    <a:pt x="1403896" y="394360"/>
                  </a:lnTo>
                  <a:lnTo>
                    <a:pt x="1444853" y="345401"/>
                  </a:lnTo>
                  <a:lnTo>
                    <a:pt x="1453781" y="303403"/>
                  </a:lnTo>
                  <a:close/>
                </a:path>
              </a:pathLst>
            </a:custGeom>
            <a:solidFill>
              <a:srgbClr val="FFDB5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15538468" y="642429"/>
            <a:ext cx="1704339" cy="605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800" b="0" spc="114" dirty="0">
                <a:solidFill>
                  <a:srgbClr val="000000"/>
                </a:solidFill>
                <a:latin typeface="Verdana"/>
                <a:cs typeface="Verdana"/>
              </a:rPr>
              <a:t>Page</a:t>
            </a:r>
            <a:r>
              <a:rPr sz="2800" b="0" spc="335" dirty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sz="5700" spc="-225" baseline="-6578" dirty="0">
                <a:solidFill>
                  <a:srgbClr val="0986DE"/>
                </a:solidFill>
              </a:rPr>
              <a:t>11</a:t>
            </a:r>
            <a:endParaRPr sz="5700" baseline="-6578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740692" y="6210833"/>
            <a:ext cx="12376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85" dirty="0">
                <a:solidFill>
                  <a:srgbClr val="FFFFFF"/>
                </a:solidFill>
                <a:latin typeface="Lucida Sans Unicode"/>
                <a:cs typeface="Lucida Sans Unicode"/>
              </a:rPr>
              <a:t>h</a:t>
            </a:r>
            <a:r>
              <a:rPr sz="2400" spc="185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2400" spc="-50" dirty="0">
                <a:solidFill>
                  <a:srgbClr val="FFFFFF"/>
                </a:solidFill>
                <a:latin typeface="Lucida Sans Unicode"/>
                <a:cs typeface="Lucida Sans Unicode"/>
              </a:rPr>
              <a:t>ll</a:t>
            </a:r>
            <a:r>
              <a:rPr sz="2400" spc="95" dirty="0">
                <a:solidFill>
                  <a:srgbClr val="FFFFFF"/>
                </a:solidFill>
                <a:latin typeface="Lucida Sans Unicode"/>
                <a:cs typeface="Lucida Sans Unicode"/>
              </a:rPr>
              <a:t>o</a:t>
            </a:r>
            <a:r>
              <a:rPr sz="2400" spc="465" dirty="0">
                <a:solidFill>
                  <a:srgbClr val="FFFFFF"/>
                </a:solidFill>
                <a:latin typeface="Lucida Sans Unicode"/>
                <a:cs typeface="Lucida Sans Unicode"/>
              </a:rPr>
              <a:t>@</a:t>
            </a:r>
            <a:r>
              <a:rPr sz="2400" spc="60" dirty="0">
                <a:solidFill>
                  <a:srgbClr val="FFFFFF"/>
                </a:solidFill>
                <a:latin typeface="Lucida Sans Unicode"/>
                <a:cs typeface="Lucida Sans Unicode"/>
              </a:rPr>
              <a:t>r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7925559" y="279628"/>
            <a:ext cx="6296025" cy="1153795"/>
          </a:xfrm>
          <a:custGeom>
            <a:avLst/>
            <a:gdLst/>
            <a:ahLst/>
            <a:cxnLst/>
            <a:rect l="l" t="t" r="r" b="b"/>
            <a:pathLst>
              <a:path w="6296025" h="1153795">
                <a:moveTo>
                  <a:pt x="485761" y="0"/>
                </a:moveTo>
                <a:lnTo>
                  <a:pt x="5813832" y="0"/>
                </a:lnTo>
                <a:lnTo>
                  <a:pt x="5861844" y="2376"/>
                </a:lnTo>
                <a:lnTo>
                  <a:pt x="5909042" y="9420"/>
                </a:lnTo>
                <a:lnTo>
                  <a:pt x="5955109" y="20997"/>
                </a:lnTo>
                <a:lnTo>
                  <a:pt x="5999725" y="36976"/>
                </a:lnTo>
                <a:lnTo>
                  <a:pt x="6042573" y="57225"/>
                </a:lnTo>
                <a:lnTo>
                  <a:pt x="6083333" y="81613"/>
                </a:lnTo>
                <a:lnTo>
                  <a:pt x="6121688" y="110007"/>
                </a:lnTo>
                <a:lnTo>
                  <a:pt x="6157318" y="142276"/>
                </a:lnTo>
                <a:lnTo>
                  <a:pt x="6189587" y="177906"/>
                </a:lnTo>
                <a:lnTo>
                  <a:pt x="6217981" y="216260"/>
                </a:lnTo>
                <a:lnTo>
                  <a:pt x="6242369" y="257021"/>
                </a:lnTo>
                <a:lnTo>
                  <a:pt x="6262618" y="299868"/>
                </a:lnTo>
                <a:lnTo>
                  <a:pt x="6278597" y="344485"/>
                </a:lnTo>
                <a:lnTo>
                  <a:pt x="6290174" y="390551"/>
                </a:lnTo>
                <a:lnTo>
                  <a:pt x="6295949" y="429249"/>
                </a:lnTo>
              </a:path>
              <a:path w="6296025" h="1153795">
                <a:moveTo>
                  <a:pt x="20997" y="1153618"/>
                </a:moveTo>
                <a:lnTo>
                  <a:pt x="14632" y="1128291"/>
                </a:lnTo>
              </a:path>
              <a:path w="6296025" h="1153795">
                <a:moveTo>
                  <a:pt x="9420" y="1107551"/>
                </a:moveTo>
                <a:lnTo>
                  <a:pt x="3473" y="1067700"/>
                </a:lnTo>
              </a:path>
              <a:path w="6296025" h="1153795">
                <a:moveTo>
                  <a:pt x="2376" y="1060353"/>
                </a:moveTo>
                <a:lnTo>
                  <a:pt x="0" y="1012341"/>
                </a:lnTo>
                <a:lnTo>
                  <a:pt x="0" y="485761"/>
                </a:lnTo>
                <a:lnTo>
                  <a:pt x="2376" y="437750"/>
                </a:lnTo>
                <a:lnTo>
                  <a:pt x="9420" y="390551"/>
                </a:lnTo>
                <a:lnTo>
                  <a:pt x="20997" y="344485"/>
                </a:lnTo>
                <a:lnTo>
                  <a:pt x="36976" y="299868"/>
                </a:lnTo>
                <a:lnTo>
                  <a:pt x="57225" y="257021"/>
                </a:lnTo>
                <a:lnTo>
                  <a:pt x="81613" y="216260"/>
                </a:lnTo>
                <a:lnTo>
                  <a:pt x="110007" y="177906"/>
                </a:lnTo>
                <a:lnTo>
                  <a:pt x="142276" y="142276"/>
                </a:lnTo>
                <a:lnTo>
                  <a:pt x="177906" y="110007"/>
                </a:lnTo>
                <a:lnTo>
                  <a:pt x="216260" y="81613"/>
                </a:lnTo>
                <a:lnTo>
                  <a:pt x="257021" y="57225"/>
                </a:lnTo>
                <a:lnTo>
                  <a:pt x="299868" y="36976"/>
                </a:lnTo>
                <a:lnTo>
                  <a:pt x="344485" y="20997"/>
                </a:lnTo>
                <a:lnTo>
                  <a:pt x="390551" y="9420"/>
                </a:lnTo>
                <a:lnTo>
                  <a:pt x="437750" y="2376"/>
                </a:lnTo>
                <a:lnTo>
                  <a:pt x="485761" y="0"/>
                </a:lnTo>
              </a:path>
            </a:pathLst>
          </a:custGeom>
          <a:ln w="190499">
            <a:solidFill>
              <a:srgbClr val="7825C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4033251" y="1348482"/>
            <a:ext cx="188595" cy="330200"/>
          </a:xfrm>
          <a:custGeom>
            <a:avLst/>
            <a:gdLst/>
            <a:ahLst/>
            <a:cxnLst/>
            <a:rect l="l" t="t" r="r" b="b"/>
            <a:pathLst>
              <a:path w="188594" h="330200">
                <a:moveTo>
                  <a:pt x="188256" y="0"/>
                </a:moveTo>
                <a:lnTo>
                  <a:pt x="182481" y="38697"/>
                </a:lnTo>
                <a:lnTo>
                  <a:pt x="170904" y="84764"/>
                </a:lnTo>
                <a:lnTo>
                  <a:pt x="154925" y="129380"/>
                </a:lnTo>
                <a:lnTo>
                  <a:pt x="134676" y="172228"/>
                </a:lnTo>
                <a:lnTo>
                  <a:pt x="110288" y="212988"/>
                </a:lnTo>
              </a:path>
              <a:path w="188594" h="330200">
                <a:moveTo>
                  <a:pt x="99884" y="227041"/>
                </a:moveTo>
                <a:lnTo>
                  <a:pt x="81894" y="251343"/>
                </a:lnTo>
                <a:lnTo>
                  <a:pt x="49625" y="286973"/>
                </a:lnTo>
                <a:lnTo>
                  <a:pt x="13995" y="319241"/>
                </a:lnTo>
                <a:lnTo>
                  <a:pt x="0" y="329602"/>
                </a:lnTo>
              </a:path>
            </a:pathLst>
          </a:custGeom>
          <a:ln w="190499">
            <a:solidFill>
              <a:srgbClr val="7825C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8526253" y="752798"/>
            <a:ext cx="509841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1" spc="-155" dirty="0">
                <a:solidFill>
                  <a:srgbClr val="D556E6"/>
                </a:solidFill>
                <a:latin typeface="Verdana"/>
                <a:cs typeface="Verdana"/>
              </a:rPr>
              <a:t>P</a:t>
            </a:r>
            <a:r>
              <a:rPr sz="3000" b="1" spc="-195" dirty="0">
                <a:solidFill>
                  <a:srgbClr val="D556E6"/>
                </a:solidFill>
                <a:latin typeface="Verdana"/>
                <a:cs typeface="Verdana"/>
              </a:rPr>
              <a:t>R</a:t>
            </a:r>
            <a:r>
              <a:rPr sz="3000" b="1" spc="-65" dirty="0">
                <a:solidFill>
                  <a:srgbClr val="D556E6"/>
                </a:solidFill>
                <a:latin typeface="Verdana"/>
                <a:cs typeface="Verdana"/>
              </a:rPr>
              <a:t>O</a:t>
            </a:r>
            <a:r>
              <a:rPr sz="3000" b="1" spc="-145" dirty="0">
                <a:solidFill>
                  <a:srgbClr val="D556E6"/>
                </a:solidFill>
                <a:latin typeface="Verdana"/>
                <a:cs typeface="Verdana"/>
              </a:rPr>
              <a:t>J</a:t>
            </a:r>
            <a:r>
              <a:rPr sz="3000" b="1" spc="-225" dirty="0">
                <a:solidFill>
                  <a:srgbClr val="D556E6"/>
                </a:solidFill>
                <a:latin typeface="Verdana"/>
                <a:cs typeface="Verdana"/>
              </a:rPr>
              <a:t>E</a:t>
            </a:r>
            <a:r>
              <a:rPr sz="3000" b="1" spc="229" dirty="0">
                <a:solidFill>
                  <a:srgbClr val="D556E6"/>
                </a:solidFill>
                <a:latin typeface="Verdana"/>
                <a:cs typeface="Verdana"/>
              </a:rPr>
              <a:t>C</a:t>
            </a:r>
            <a:r>
              <a:rPr sz="3000" b="1" dirty="0">
                <a:solidFill>
                  <a:srgbClr val="D556E6"/>
                </a:solidFill>
                <a:latin typeface="Verdana"/>
                <a:cs typeface="Verdana"/>
              </a:rPr>
              <a:t>T</a:t>
            </a:r>
            <a:r>
              <a:rPr sz="3000" b="1" spc="-335" dirty="0">
                <a:solidFill>
                  <a:srgbClr val="D556E6"/>
                </a:solidFill>
                <a:latin typeface="Verdana"/>
                <a:cs typeface="Verdana"/>
              </a:rPr>
              <a:t> </a:t>
            </a:r>
            <a:r>
              <a:rPr sz="3000" b="1" spc="-195" dirty="0">
                <a:solidFill>
                  <a:srgbClr val="D556E6"/>
                </a:solidFill>
                <a:latin typeface="Verdana"/>
                <a:cs typeface="Verdana"/>
              </a:rPr>
              <a:t>R</a:t>
            </a:r>
            <a:r>
              <a:rPr sz="3000" b="1" spc="-225" dirty="0">
                <a:solidFill>
                  <a:srgbClr val="D556E6"/>
                </a:solidFill>
                <a:latin typeface="Verdana"/>
                <a:cs typeface="Verdana"/>
              </a:rPr>
              <a:t>E</a:t>
            </a:r>
            <a:r>
              <a:rPr sz="3000" b="1" spc="-65" dirty="0">
                <a:solidFill>
                  <a:srgbClr val="D556E6"/>
                </a:solidFill>
                <a:latin typeface="Verdana"/>
                <a:cs typeface="Verdana"/>
              </a:rPr>
              <a:t>Q</a:t>
            </a:r>
            <a:r>
              <a:rPr sz="3000" b="1" spc="-195" dirty="0">
                <a:solidFill>
                  <a:srgbClr val="D556E6"/>
                </a:solidFill>
                <a:latin typeface="Verdana"/>
                <a:cs typeface="Verdana"/>
              </a:rPr>
              <a:t>U</a:t>
            </a:r>
            <a:r>
              <a:rPr sz="3000" b="1" spc="-595" dirty="0">
                <a:solidFill>
                  <a:srgbClr val="D556E6"/>
                </a:solidFill>
                <a:latin typeface="Verdana"/>
                <a:cs typeface="Verdana"/>
              </a:rPr>
              <a:t>I</a:t>
            </a:r>
            <a:r>
              <a:rPr sz="3000" b="1" spc="-195" dirty="0">
                <a:solidFill>
                  <a:srgbClr val="D556E6"/>
                </a:solidFill>
                <a:latin typeface="Verdana"/>
                <a:cs typeface="Verdana"/>
              </a:rPr>
              <a:t>R</a:t>
            </a:r>
            <a:r>
              <a:rPr sz="3000" b="1" spc="-225" dirty="0">
                <a:solidFill>
                  <a:srgbClr val="D556E6"/>
                </a:solidFill>
                <a:latin typeface="Verdana"/>
                <a:cs typeface="Verdana"/>
              </a:rPr>
              <a:t>E</a:t>
            </a:r>
            <a:r>
              <a:rPr sz="3000" b="1" spc="-5" dirty="0">
                <a:solidFill>
                  <a:srgbClr val="D556E6"/>
                </a:solidFill>
                <a:latin typeface="Verdana"/>
                <a:cs typeface="Verdana"/>
              </a:rPr>
              <a:t>M</a:t>
            </a:r>
            <a:r>
              <a:rPr sz="3000" b="1" spc="-225" dirty="0">
                <a:solidFill>
                  <a:srgbClr val="D556E6"/>
                </a:solidFill>
                <a:latin typeface="Verdana"/>
                <a:cs typeface="Verdana"/>
              </a:rPr>
              <a:t>E</a:t>
            </a:r>
            <a:r>
              <a:rPr sz="3000" b="1" spc="-210" dirty="0">
                <a:solidFill>
                  <a:srgbClr val="D556E6"/>
                </a:solidFill>
                <a:latin typeface="Verdana"/>
                <a:cs typeface="Verdana"/>
              </a:rPr>
              <a:t>N</a:t>
            </a:r>
            <a:r>
              <a:rPr sz="3000" b="1" spc="-5" dirty="0">
                <a:solidFill>
                  <a:srgbClr val="D556E6"/>
                </a:solidFill>
                <a:latin typeface="Verdana"/>
                <a:cs typeface="Verdana"/>
              </a:rPr>
              <a:t>T</a:t>
            </a:r>
            <a:r>
              <a:rPr sz="3000" b="1" spc="-215" dirty="0">
                <a:solidFill>
                  <a:srgbClr val="D556E6"/>
                </a:solidFill>
                <a:latin typeface="Verdana"/>
                <a:cs typeface="Verdana"/>
              </a:rPr>
              <a:t>S</a:t>
            </a:r>
            <a:endParaRPr sz="3000">
              <a:latin typeface="Verdana"/>
              <a:cs typeface="Verdan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9201653" y="2087206"/>
            <a:ext cx="4496435" cy="468630"/>
          </a:xfrm>
          <a:custGeom>
            <a:avLst/>
            <a:gdLst/>
            <a:ahLst/>
            <a:cxnLst/>
            <a:rect l="l" t="t" r="r" b="b"/>
            <a:pathLst>
              <a:path w="4496434" h="468630">
                <a:moveTo>
                  <a:pt x="48011" y="0"/>
                </a:moveTo>
                <a:lnTo>
                  <a:pt x="4011281" y="0"/>
                </a:lnTo>
                <a:lnTo>
                  <a:pt x="4059294" y="2377"/>
                </a:lnTo>
                <a:lnTo>
                  <a:pt x="4106493" y="9420"/>
                </a:lnTo>
                <a:lnTo>
                  <a:pt x="4152560" y="20997"/>
                </a:lnTo>
                <a:lnTo>
                  <a:pt x="4197177" y="36976"/>
                </a:lnTo>
                <a:lnTo>
                  <a:pt x="4240025" y="57226"/>
                </a:lnTo>
                <a:lnTo>
                  <a:pt x="4280786" y="81614"/>
                </a:lnTo>
                <a:lnTo>
                  <a:pt x="4296009" y="92884"/>
                </a:lnTo>
              </a:path>
              <a:path w="4496434" h="468630">
                <a:moveTo>
                  <a:pt x="4365231" y="153827"/>
                </a:moveTo>
                <a:lnTo>
                  <a:pt x="4415435" y="216264"/>
                </a:lnTo>
                <a:lnTo>
                  <a:pt x="4439824" y="257024"/>
                </a:lnTo>
                <a:lnTo>
                  <a:pt x="4460073" y="299873"/>
                </a:lnTo>
                <a:lnTo>
                  <a:pt x="4476053" y="344490"/>
                </a:lnTo>
                <a:lnTo>
                  <a:pt x="4487630" y="390557"/>
                </a:lnTo>
                <a:lnTo>
                  <a:pt x="4494673" y="437756"/>
                </a:lnTo>
                <a:lnTo>
                  <a:pt x="4496176" y="468115"/>
                </a:lnTo>
              </a:path>
              <a:path w="4496434" h="468630">
                <a:moveTo>
                  <a:pt x="0" y="2377"/>
                </a:moveTo>
                <a:lnTo>
                  <a:pt x="48011" y="0"/>
                </a:lnTo>
              </a:path>
            </a:pathLst>
          </a:custGeom>
          <a:ln w="190499">
            <a:solidFill>
              <a:srgbClr val="FFDB5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3268955" y="8461612"/>
            <a:ext cx="429259" cy="464820"/>
          </a:xfrm>
          <a:custGeom>
            <a:avLst/>
            <a:gdLst/>
            <a:ahLst/>
            <a:cxnLst/>
            <a:rect l="l" t="t" r="r" b="b"/>
            <a:pathLst>
              <a:path w="429259" h="464820">
                <a:moveTo>
                  <a:pt x="428875" y="0"/>
                </a:moveTo>
                <a:lnTo>
                  <a:pt x="420329" y="77557"/>
                </a:lnTo>
                <a:lnTo>
                  <a:pt x="408752" y="123624"/>
                </a:lnTo>
                <a:lnTo>
                  <a:pt x="392772" y="168241"/>
                </a:lnTo>
                <a:lnTo>
                  <a:pt x="372522" y="211089"/>
                </a:lnTo>
                <a:lnTo>
                  <a:pt x="348134" y="251850"/>
                </a:lnTo>
                <a:lnTo>
                  <a:pt x="319740" y="290205"/>
                </a:lnTo>
                <a:lnTo>
                  <a:pt x="316805" y="293445"/>
                </a:lnTo>
              </a:path>
              <a:path w="429259" h="464820">
                <a:moveTo>
                  <a:pt x="195752" y="397110"/>
                </a:moveTo>
                <a:lnTo>
                  <a:pt x="172724" y="410887"/>
                </a:lnTo>
                <a:lnTo>
                  <a:pt x="129876" y="431137"/>
                </a:lnTo>
                <a:lnTo>
                  <a:pt x="85259" y="447117"/>
                </a:lnTo>
                <a:lnTo>
                  <a:pt x="39192" y="458694"/>
                </a:lnTo>
                <a:lnTo>
                  <a:pt x="0" y="464543"/>
                </a:lnTo>
              </a:path>
            </a:pathLst>
          </a:custGeom>
          <a:ln w="190499">
            <a:solidFill>
              <a:srgbClr val="FFDB5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087729" y="2820631"/>
            <a:ext cx="85725" cy="85724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9316280" y="2630118"/>
            <a:ext cx="3720465" cy="5311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412750">
              <a:lnSpc>
                <a:spcPct val="115599"/>
              </a:lnSpc>
              <a:spcBef>
                <a:spcPts val="100"/>
              </a:spcBef>
            </a:pPr>
            <a:r>
              <a:rPr sz="2000" spc="65" dirty="0">
                <a:solidFill>
                  <a:srgbClr val="25C3C3"/>
                </a:solidFill>
                <a:latin typeface="Lucida Sans Unicode"/>
                <a:cs typeface="Lucida Sans Unicode"/>
              </a:rPr>
              <a:t>PYTHON </a:t>
            </a:r>
            <a:r>
              <a:rPr sz="2000" spc="-25" dirty="0">
                <a:solidFill>
                  <a:srgbClr val="25C3C3"/>
                </a:solidFill>
                <a:latin typeface="Lucida Sans Unicode"/>
                <a:cs typeface="Lucida Sans Unicode"/>
              </a:rPr>
              <a:t>3.X </a:t>
            </a:r>
            <a:r>
              <a:rPr sz="2000" spc="-20" dirty="0">
                <a:solidFill>
                  <a:srgbClr val="25C3C3"/>
                </a:solidFill>
                <a:latin typeface="Lucida Sans Unicode"/>
                <a:cs typeface="Lucida Sans Unicode"/>
              </a:rPr>
              <a:t> </a:t>
            </a:r>
            <a:r>
              <a:rPr sz="2000" spc="100" dirty="0">
                <a:solidFill>
                  <a:srgbClr val="25C3C3"/>
                </a:solidFill>
                <a:latin typeface="Lucida Sans Unicode"/>
                <a:cs typeface="Lucida Sans Unicode"/>
              </a:rPr>
              <a:t>ELASTICSEARCH </a:t>
            </a:r>
            <a:r>
              <a:rPr sz="2000" spc="-25" dirty="0">
                <a:solidFill>
                  <a:srgbClr val="25C3C3"/>
                </a:solidFill>
                <a:latin typeface="Lucida Sans Unicode"/>
                <a:cs typeface="Lucida Sans Unicode"/>
              </a:rPr>
              <a:t>5.X </a:t>
            </a:r>
            <a:r>
              <a:rPr sz="2000" spc="-20" dirty="0">
                <a:solidFill>
                  <a:srgbClr val="25C3C3"/>
                </a:solidFill>
                <a:latin typeface="Lucida Sans Unicode"/>
                <a:cs typeface="Lucida Sans Unicode"/>
              </a:rPr>
              <a:t> </a:t>
            </a:r>
            <a:r>
              <a:rPr sz="2000" spc="45" dirty="0">
                <a:solidFill>
                  <a:srgbClr val="25C3C3"/>
                </a:solidFill>
                <a:latin typeface="Lucida Sans Unicode"/>
                <a:cs typeface="Lucida Sans Unicode"/>
              </a:rPr>
              <a:t>KIBANA </a:t>
            </a:r>
            <a:r>
              <a:rPr sz="2000" spc="-25" dirty="0">
                <a:solidFill>
                  <a:srgbClr val="25C3C3"/>
                </a:solidFill>
                <a:latin typeface="Lucida Sans Unicode"/>
                <a:cs typeface="Lucida Sans Unicode"/>
              </a:rPr>
              <a:t>5.X </a:t>
            </a:r>
            <a:r>
              <a:rPr sz="2000" spc="-20" dirty="0">
                <a:solidFill>
                  <a:srgbClr val="25C3C3"/>
                </a:solidFill>
                <a:latin typeface="Lucida Sans Unicode"/>
                <a:cs typeface="Lucida Sans Unicode"/>
              </a:rPr>
              <a:t> </a:t>
            </a:r>
            <a:r>
              <a:rPr sz="2000" spc="114" dirty="0">
                <a:solidFill>
                  <a:srgbClr val="25C3C3"/>
                </a:solidFill>
                <a:latin typeface="Lucida Sans Unicode"/>
                <a:cs typeface="Lucida Sans Unicode"/>
              </a:rPr>
              <a:t>E</a:t>
            </a:r>
            <a:r>
              <a:rPr sz="2000" spc="50" dirty="0">
                <a:solidFill>
                  <a:srgbClr val="25C3C3"/>
                </a:solidFill>
                <a:latin typeface="Lucida Sans Unicode"/>
                <a:cs typeface="Lucida Sans Unicode"/>
              </a:rPr>
              <a:t>L</a:t>
            </a:r>
            <a:r>
              <a:rPr sz="2000" spc="-5" dirty="0">
                <a:solidFill>
                  <a:srgbClr val="25C3C3"/>
                </a:solidFill>
                <a:latin typeface="Lucida Sans Unicode"/>
                <a:cs typeface="Lucida Sans Unicode"/>
              </a:rPr>
              <a:t>A</a:t>
            </a:r>
            <a:r>
              <a:rPr sz="2000" spc="210" dirty="0">
                <a:solidFill>
                  <a:srgbClr val="25C3C3"/>
                </a:solidFill>
                <a:latin typeface="Lucida Sans Unicode"/>
                <a:cs typeface="Lucida Sans Unicode"/>
              </a:rPr>
              <a:t>S</a:t>
            </a:r>
            <a:r>
              <a:rPr sz="2000" spc="-10" dirty="0">
                <a:solidFill>
                  <a:srgbClr val="25C3C3"/>
                </a:solidFill>
                <a:latin typeface="Lucida Sans Unicode"/>
                <a:cs typeface="Lucida Sans Unicode"/>
              </a:rPr>
              <a:t>T</a:t>
            </a:r>
            <a:r>
              <a:rPr sz="2000" dirty="0">
                <a:solidFill>
                  <a:srgbClr val="25C3C3"/>
                </a:solidFill>
                <a:latin typeface="Lucida Sans Unicode"/>
                <a:cs typeface="Lucida Sans Unicode"/>
              </a:rPr>
              <a:t>I</a:t>
            </a:r>
            <a:r>
              <a:rPr sz="2000" spc="240" dirty="0">
                <a:solidFill>
                  <a:srgbClr val="25C3C3"/>
                </a:solidFill>
                <a:latin typeface="Lucida Sans Unicode"/>
                <a:cs typeface="Lucida Sans Unicode"/>
              </a:rPr>
              <a:t>C</a:t>
            </a:r>
            <a:r>
              <a:rPr sz="2000" spc="210" dirty="0">
                <a:solidFill>
                  <a:srgbClr val="25C3C3"/>
                </a:solidFill>
                <a:latin typeface="Lucida Sans Unicode"/>
                <a:cs typeface="Lucida Sans Unicode"/>
              </a:rPr>
              <a:t>S</a:t>
            </a:r>
            <a:r>
              <a:rPr sz="2000" spc="114" dirty="0">
                <a:solidFill>
                  <a:srgbClr val="25C3C3"/>
                </a:solidFill>
                <a:latin typeface="Lucida Sans Unicode"/>
                <a:cs typeface="Lucida Sans Unicode"/>
              </a:rPr>
              <a:t>E</a:t>
            </a:r>
            <a:r>
              <a:rPr sz="2000" spc="-5" dirty="0">
                <a:solidFill>
                  <a:srgbClr val="25C3C3"/>
                </a:solidFill>
                <a:latin typeface="Lucida Sans Unicode"/>
                <a:cs typeface="Lucida Sans Unicode"/>
              </a:rPr>
              <a:t>A</a:t>
            </a:r>
            <a:r>
              <a:rPr sz="2000" spc="90" dirty="0">
                <a:solidFill>
                  <a:srgbClr val="25C3C3"/>
                </a:solidFill>
                <a:latin typeface="Lucida Sans Unicode"/>
                <a:cs typeface="Lucida Sans Unicode"/>
              </a:rPr>
              <a:t>R</a:t>
            </a:r>
            <a:r>
              <a:rPr sz="2000" spc="240" dirty="0">
                <a:solidFill>
                  <a:srgbClr val="25C3C3"/>
                </a:solidFill>
                <a:latin typeface="Lucida Sans Unicode"/>
                <a:cs typeface="Lucida Sans Unicode"/>
              </a:rPr>
              <a:t>C</a:t>
            </a:r>
            <a:r>
              <a:rPr sz="2000" spc="30" dirty="0">
                <a:solidFill>
                  <a:srgbClr val="25C3C3"/>
                </a:solidFill>
                <a:latin typeface="Lucida Sans Unicode"/>
                <a:cs typeface="Lucida Sans Unicode"/>
              </a:rPr>
              <a:t>H</a:t>
            </a:r>
            <a:r>
              <a:rPr sz="2000" spc="-140" dirty="0">
                <a:solidFill>
                  <a:srgbClr val="25C3C3"/>
                </a:solidFill>
                <a:latin typeface="Lucida Sans Unicode"/>
                <a:cs typeface="Lucida Sans Unicode"/>
              </a:rPr>
              <a:t> </a:t>
            </a:r>
            <a:r>
              <a:rPr sz="2000" spc="165" dirty="0">
                <a:solidFill>
                  <a:srgbClr val="25C3C3"/>
                </a:solidFill>
                <a:latin typeface="Lucida Sans Unicode"/>
                <a:cs typeface="Lucida Sans Unicode"/>
              </a:rPr>
              <a:t>P</a:t>
            </a:r>
            <a:r>
              <a:rPr sz="2000" spc="40" dirty="0">
                <a:solidFill>
                  <a:srgbClr val="25C3C3"/>
                </a:solidFill>
                <a:latin typeface="Lucida Sans Unicode"/>
                <a:cs typeface="Lucida Sans Unicode"/>
              </a:rPr>
              <a:t>Y</a:t>
            </a:r>
            <a:r>
              <a:rPr sz="2000" spc="-10" dirty="0">
                <a:solidFill>
                  <a:srgbClr val="25C3C3"/>
                </a:solidFill>
                <a:latin typeface="Lucida Sans Unicode"/>
                <a:cs typeface="Lucida Sans Unicode"/>
              </a:rPr>
              <a:t>T</a:t>
            </a:r>
            <a:r>
              <a:rPr sz="2000" spc="25" dirty="0">
                <a:solidFill>
                  <a:srgbClr val="25C3C3"/>
                </a:solidFill>
                <a:latin typeface="Lucida Sans Unicode"/>
                <a:cs typeface="Lucida Sans Unicode"/>
              </a:rPr>
              <a:t>H</a:t>
            </a:r>
            <a:r>
              <a:rPr sz="2000" spc="120" dirty="0">
                <a:solidFill>
                  <a:srgbClr val="25C3C3"/>
                </a:solidFill>
                <a:latin typeface="Lucida Sans Unicode"/>
                <a:cs typeface="Lucida Sans Unicode"/>
              </a:rPr>
              <a:t>O</a:t>
            </a:r>
            <a:r>
              <a:rPr sz="2000" spc="25" dirty="0">
                <a:solidFill>
                  <a:srgbClr val="25C3C3"/>
                </a:solidFill>
                <a:latin typeface="Lucida Sans Unicode"/>
                <a:cs typeface="Lucida Sans Unicode"/>
              </a:rPr>
              <a:t>N  </a:t>
            </a:r>
            <a:r>
              <a:rPr sz="2000" spc="80" dirty="0">
                <a:solidFill>
                  <a:srgbClr val="25C3C3"/>
                </a:solidFill>
                <a:latin typeface="Lucida Sans Unicode"/>
                <a:cs typeface="Lucida Sans Unicode"/>
              </a:rPr>
              <a:t>MODULE</a:t>
            </a:r>
            <a:endParaRPr sz="2000">
              <a:latin typeface="Lucida Sans Unicode"/>
              <a:cs typeface="Lucida Sans Unicode"/>
            </a:endParaRPr>
          </a:p>
          <a:p>
            <a:pPr marL="12700" marR="5080">
              <a:lnSpc>
                <a:spcPct val="115599"/>
              </a:lnSpc>
            </a:pPr>
            <a:r>
              <a:rPr sz="2000" spc="35" dirty="0">
                <a:solidFill>
                  <a:srgbClr val="25C3C3"/>
                </a:solidFill>
                <a:latin typeface="Lucida Sans Unicode"/>
                <a:cs typeface="Lucida Sans Unicode"/>
              </a:rPr>
              <a:t>NLTK </a:t>
            </a:r>
            <a:r>
              <a:rPr sz="2000" spc="65" dirty="0">
                <a:solidFill>
                  <a:srgbClr val="25C3C3"/>
                </a:solidFill>
                <a:latin typeface="Lucida Sans Unicode"/>
                <a:cs typeface="Lucida Sans Unicode"/>
              </a:rPr>
              <a:t>PYTHON </a:t>
            </a:r>
            <a:r>
              <a:rPr sz="2000" spc="80" dirty="0">
                <a:solidFill>
                  <a:srgbClr val="25C3C3"/>
                </a:solidFill>
                <a:latin typeface="Lucida Sans Unicode"/>
                <a:cs typeface="Lucida Sans Unicode"/>
              </a:rPr>
              <a:t>MODULE </a:t>
            </a:r>
            <a:r>
              <a:rPr sz="2000" spc="85" dirty="0">
                <a:solidFill>
                  <a:srgbClr val="25C3C3"/>
                </a:solidFill>
                <a:latin typeface="Lucida Sans Unicode"/>
                <a:cs typeface="Lucida Sans Unicode"/>
              </a:rPr>
              <a:t> </a:t>
            </a:r>
            <a:r>
              <a:rPr sz="2000" spc="90" dirty="0">
                <a:solidFill>
                  <a:srgbClr val="25C3C3"/>
                </a:solidFill>
                <a:latin typeface="Lucida Sans Unicode"/>
                <a:cs typeface="Lucida Sans Unicode"/>
              </a:rPr>
              <a:t>R</a:t>
            </a:r>
            <a:r>
              <a:rPr sz="2000" spc="114" dirty="0">
                <a:solidFill>
                  <a:srgbClr val="25C3C3"/>
                </a:solidFill>
                <a:latin typeface="Lucida Sans Unicode"/>
                <a:cs typeface="Lucida Sans Unicode"/>
              </a:rPr>
              <a:t>E</a:t>
            </a:r>
            <a:r>
              <a:rPr sz="2000" spc="120" dirty="0">
                <a:solidFill>
                  <a:srgbClr val="25C3C3"/>
                </a:solidFill>
                <a:latin typeface="Lucida Sans Unicode"/>
                <a:cs typeface="Lucida Sans Unicode"/>
              </a:rPr>
              <a:t>Q</a:t>
            </a:r>
            <a:r>
              <a:rPr sz="2000" spc="65" dirty="0">
                <a:solidFill>
                  <a:srgbClr val="25C3C3"/>
                </a:solidFill>
                <a:latin typeface="Lucida Sans Unicode"/>
                <a:cs typeface="Lucida Sans Unicode"/>
              </a:rPr>
              <a:t>U</a:t>
            </a:r>
            <a:r>
              <a:rPr sz="2000" spc="114" dirty="0">
                <a:solidFill>
                  <a:srgbClr val="25C3C3"/>
                </a:solidFill>
                <a:latin typeface="Lucida Sans Unicode"/>
                <a:cs typeface="Lucida Sans Unicode"/>
              </a:rPr>
              <a:t>E</a:t>
            </a:r>
            <a:r>
              <a:rPr sz="2000" spc="210" dirty="0">
                <a:solidFill>
                  <a:srgbClr val="25C3C3"/>
                </a:solidFill>
                <a:latin typeface="Lucida Sans Unicode"/>
                <a:cs typeface="Lucida Sans Unicode"/>
              </a:rPr>
              <a:t>S</a:t>
            </a:r>
            <a:r>
              <a:rPr sz="2000" spc="-10" dirty="0">
                <a:solidFill>
                  <a:srgbClr val="25C3C3"/>
                </a:solidFill>
                <a:latin typeface="Lucida Sans Unicode"/>
                <a:cs typeface="Lucida Sans Unicode"/>
              </a:rPr>
              <a:t>T</a:t>
            </a:r>
            <a:r>
              <a:rPr sz="2000" spc="215" dirty="0">
                <a:solidFill>
                  <a:srgbClr val="25C3C3"/>
                </a:solidFill>
                <a:latin typeface="Lucida Sans Unicode"/>
                <a:cs typeface="Lucida Sans Unicode"/>
              </a:rPr>
              <a:t>S</a:t>
            </a:r>
            <a:r>
              <a:rPr sz="2000" spc="-140" dirty="0">
                <a:solidFill>
                  <a:srgbClr val="25C3C3"/>
                </a:solidFill>
                <a:latin typeface="Lucida Sans Unicode"/>
                <a:cs typeface="Lucida Sans Unicode"/>
              </a:rPr>
              <a:t> </a:t>
            </a:r>
            <a:r>
              <a:rPr sz="2000" spc="165" dirty="0">
                <a:solidFill>
                  <a:srgbClr val="25C3C3"/>
                </a:solidFill>
                <a:latin typeface="Lucida Sans Unicode"/>
                <a:cs typeface="Lucida Sans Unicode"/>
              </a:rPr>
              <a:t>P</a:t>
            </a:r>
            <a:r>
              <a:rPr sz="2000" spc="40" dirty="0">
                <a:solidFill>
                  <a:srgbClr val="25C3C3"/>
                </a:solidFill>
                <a:latin typeface="Lucida Sans Unicode"/>
                <a:cs typeface="Lucida Sans Unicode"/>
              </a:rPr>
              <a:t>Y</a:t>
            </a:r>
            <a:r>
              <a:rPr sz="2000" spc="-10" dirty="0">
                <a:solidFill>
                  <a:srgbClr val="25C3C3"/>
                </a:solidFill>
                <a:latin typeface="Lucida Sans Unicode"/>
                <a:cs typeface="Lucida Sans Unicode"/>
              </a:rPr>
              <a:t>T</a:t>
            </a:r>
            <a:r>
              <a:rPr sz="2000" spc="25" dirty="0">
                <a:solidFill>
                  <a:srgbClr val="25C3C3"/>
                </a:solidFill>
                <a:latin typeface="Lucida Sans Unicode"/>
                <a:cs typeface="Lucida Sans Unicode"/>
              </a:rPr>
              <a:t>H</a:t>
            </a:r>
            <a:r>
              <a:rPr sz="2000" spc="120" dirty="0">
                <a:solidFill>
                  <a:srgbClr val="25C3C3"/>
                </a:solidFill>
                <a:latin typeface="Lucida Sans Unicode"/>
                <a:cs typeface="Lucida Sans Unicode"/>
              </a:rPr>
              <a:t>O</a:t>
            </a:r>
            <a:r>
              <a:rPr sz="2000" spc="40" dirty="0">
                <a:solidFill>
                  <a:srgbClr val="25C3C3"/>
                </a:solidFill>
                <a:latin typeface="Lucida Sans Unicode"/>
                <a:cs typeface="Lucida Sans Unicode"/>
              </a:rPr>
              <a:t>N</a:t>
            </a:r>
            <a:r>
              <a:rPr sz="2000" spc="-140" dirty="0">
                <a:solidFill>
                  <a:srgbClr val="25C3C3"/>
                </a:solidFill>
                <a:latin typeface="Lucida Sans Unicode"/>
                <a:cs typeface="Lucida Sans Unicode"/>
              </a:rPr>
              <a:t> </a:t>
            </a:r>
            <a:r>
              <a:rPr sz="2000" spc="100" dirty="0">
                <a:solidFill>
                  <a:srgbClr val="25C3C3"/>
                </a:solidFill>
                <a:latin typeface="Lucida Sans Unicode"/>
                <a:cs typeface="Lucida Sans Unicode"/>
              </a:rPr>
              <a:t>M</a:t>
            </a:r>
            <a:r>
              <a:rPr sz="2000" spc="120" dirty="0">
                <a:solidFill>
                  <a:srgbClr val="25C3C3"/>
                </a:solidFill>
                <a:latin typeface="Lucida Sans Unicode"/>
                <a:cs typeface="Lucida Sans Unicode"/>
              </a:rPr>
              <a:t>O</a:t>
            </a:r>
            <a:r>
              <a:rPr sz="2000" spc="15" dirty="0">
                <a:solidFill>
                  <a:srgbClr val="25C3C3"/>
                </a:solidFill>
                <a:latin typeface="Lucida Sans Unicode"/>
                <a:cs typeface="Lucida Sans Unicode"/>
              </a:rPr>
              <a:t>D</a:t>
            </a:r>
            <a:r>
              <a:rPr sz="2000" spc="55" dirty="0">
                <a:solidFill>
                  <a:srgbClr val="25C3C3"/>
                </a:solidFill>
                <a:latin typeface="Lucida Sans Unicode"/>
                <a:cs typeface="Lucida Sans Unicode"/>
              </a:rPr>
              <a:t>UL</a:t>
            </a:r>
            <a:r>
              <a:rPr sz="2000" spc="85" dirty="0">
                <a:solidFill>
                  <a:srgbClr val="25C3C3"/>
                </a:solidFill>
                <a:latin typeface="Lucida Sans Unicode"/>
                <a:cs typeface="Lucida Sans Unicode"/>
              </a:rPr>
              <a:t>E  </a:t>
            </a:r>
            <a:r>
              <a:rPr sz="2000" spc="145" dirty="0">
                <a:solidFill>
                  <a:srgbClr val="25C3C3"/>
                </a:solidFill>
                <a:latin typeface="Lucida Sans Unicode"/>
                <a:cs typeface="Lucida Sans Unicode"/>
              </a:rPr>
              <a:t>TWEEPY </a:t>
            </a:r>
            <a:r>
              <a:rPr sz="2000" spc="65" dirty="0">
                <a:solidFill>
                  <a:srgbClr val="25C3C3"/>
                </a:solidFill>
                <a:latin typeface="Lucida Sans Unicode"/>
                <a:cs typeface="Lucida Sans Unicode"/>
              </a:rPr>
              <a:t>PYTHON </a:t>
            </a:r>
            <a:r>
              <a:rPr sz="2000" spc="80" dirty="0">
                <a:solidFill>
                  <a:srgbClr val="25C3C3"/>
                </a:solidFill>
                <a:latin typeface="Lucida Sans Unicode"/>
                <a:cs typeface="Lucida Sans Unicode"/>
              </a:rPr>
              <a:t>MODULE </a:t>
            </a:r>
            <a:r>
              <a:rPr sz="2000" spc="85" dirty="0">
                <a:solidFill>
                  <a:srgbClr val="25C3C3"/>
                </a:solidFill>
                <a:latin typeface="Lucida Sans Unicode"/>
                <a:cs typeface="Lucida Sans Unicode"/>
              </a:rPr>
              <a:t> </a:t>
            </a:r>
            <a:r>
              <a:rPr sz="2000" spc="70" dirty="0">
                <a:solidFill>
                  <a:srgbClr val="25C3C3"/>
                </a:solidFill>
                <a:latin typeface="Lucida Sans Unicode"/>
                <a:cs typeface="Lucida Sans Unicode"/>
              </a:rPr>
              <a:t>BEAUTIFULSOUP4 </a:t>
            </a:r>
            <a:r>
              <a:rPr sz="2000" spc="65" dirty="0">
                <a:solidFill>
                  <a:srgbClr val="25C3C3"/>
                </a:solidFill>
                <a:latin typeface="Lucida Sans Unicode"/>
                <a:cs typeface="Lucida Sans Unicode"/>
              </a:rPr>
              <a:t>PYTHON </a:t>
            </a:r>
            <a:r>
              <a:rPr sz="2000" spc="70" dirty="0">
                <a:solidFill>
                  <a:srgbClr val="25C3C3"/>
                </a:solidFill>
                <a:latin typeface="Lucida Sans Unicode"/>
                <a:cs typeface="Lucida Sans Unicode"/>
              </a:rPr>
              <a:t> </a:t>
            </a:r>
            <a:r>
              <a:rPr sz="2000" spc="80" dirty="0">
                <a:solidFill>
                  <a:srgbClr val="25C3C3"/>
                </a:solidFill>
                <a:latin typeface="Lucida Sans Unicode"/>
                <a:cs typeface="Lucida Sans Unicode"/>
              </a:rPr>
              <a:t>MODULE</a:t>
            </a:r>
            <a:endParaRPr sz="2000">
              <a:latin typeface="Lucida Sans Unicode"/>
              <a:cs typeface="Lucida Sans Unicode"/>
            </a:endParaRPr>
          </a:p>
          <a:p>
            <a:pPr marL="12700" marR="26670">
              <a:lnSpc>
                <a:spcPct val="115599"/>
              </a:lnSpc>
            </a:pPr>
            <a:r>
              <a:rPr sz="2000" spc="-10" dirty="0">
                <a:solidFill>
                  <a:srgbClr val="25C3C3"/>
                </a:solidFill>
                <a:latin typeface="Lucida Sans Unicode"/>
                <a:cs typeface="Lucida Sans Unicode"/>
              </a:rPr>
              <a:t>T</a:t>
            </a:r>
            <a:r>
              <a:rPr sz="2000" spc="114" dirty="0">
                <a:solidFill>
                  <a:srgbClr val="25C3C3"/>
                </a:solidFill>
                <a:latin typeface="Lucida Sans Unicode"/>
                <a:cs typeface="Lucida Sans Unicode"/>
              </a:rPr>
              <a:t>EX</a:t>
            </a:r>
            <a:r>
              <a:rPr sz="2000" spc="-10" dirty="0">
                <a:solidFill>
                  <a:srgbClr val="25C3C3"/>
                </a:solidFill>
                <a:latin typeface="Lucida Sans Unicode"/>
                <a:cs typeface="Lucida Sans Unicode"/>
              </a:rPr>
              <a:t>T</a:t>
            </a:r>
            <a:r>
              <a:rPr sz="2000" spc="185" dirty="0">
                <a:solidFill>
                  <a:srgbClr val="25C3C3"/>
                </a:solidFill>
                <a:latin typeface="Lucida Sans Unicode"/>
                <a:cs typeface="Lucida Sans Unicode"/>
              </a:rPr>
              <a:t>B</a:t>
            </a:r>
            <a:r>
              <a:rPr sz="2000" spc="50" dirty="0">
                <a:solidFill>
                  <a:srgbClr val="25C3C3"/>
                </a:solidFill>
                <a:latin typeface="Lucida Sans Unicode"/>
                <a:cs typeface="Lucida Sans Unicode"/>
              </a:rPr>
              <a:t>L</a:t>
            </a:r>
            <a:r>
              <a:rPr sz="2000" spc="120" dirty="0">
                <a:solidFill>
                  <a:srgbClr val="25C3C3"/>
                </a:solidFill>
                <a:latin typeface="Lucida Sans Unicode"/>
                <a:cs typeface="Lucida Sans Unicode"/>
              </a:rPr>
              <a:t>O</a:t>
            </a:r>
            <a:r>
              <a:rPr sz="2000" spc="190" dirty="0">
                <a:solidFill>
                  <a:srgbClr val="25C3C3"/>
                </a:solidFill>
                <a:latin typeface="Lucida Sans Unicode"/>
                <a:cs typeface="Lucida Sans Unicode"/>
              </a:rPr>
              <a:t>B</a:t>
            </a:r>
            <a:r>
              <a:rPr sz="2000" spc="-140" dirty="0">
                <a:solidFill>
                  <a:srgbClr val="25C3C3"/>
                </a:solidFill>
                <a:latin typeface="Lucida Sans Unicode"/>
                <a:cs typeface="Lucida Sans Unicode"/>
              </a:rPr>
              <a:t> </a:t>
            </a:r>
            <a:r>
              <a:rPr sz="2000" spc="165" dirty="0">
                <a:solidFill>
                  <a:srgbClr val="25C3C3"/>
                </a:solidFill>
                <a:latin typeface="Lucida Sans Unicode"/>
                <a:cs typeface="Lucida Sans Unicode"/>
              </a:rPr>
              <a:t>P</a:t>
            </a:r>
            <a:r>
              <a:rPr sz="2000" spc="40" dirty="0">
                <a:solidFill>
                  <a:srgbClr val="25C3C3"/>
                </a:solidFill>
                <a:latin typeface="Lucida Sans Unicode"/>
                <a:cs typeface="Lucida Sans Unicode"/>
              </a:rPr>
              <a:t>Y</a:t>
            </a:r>
            <a:r>
              <a:rPr sz="2000" spc="-10" dirty="0">
                <a:solidFill>
                  <a:srgbClr val="25C3C3"/>
                </a:solidFill>
                <a:latin typeface="Lucida Sans Unicode"/>
                <a:cs typeface="Lucida Sans Unicode"/>
              </a:rPr>
              <a:t>T</a:t>
            </a:r>
            <a:r>
              <a:rPr sz="2000" spc="25" dirty="0">
                <a:solidFill>
                  <a:srgbClr val="25C3C3"/>
                </a:solidFill>
                <a:latin typeface="Lucida Sans Unicode"/>
                <a:cs typeface="Lucida Sans Unicode"/>
              </a:rPr>
              <a:t>H</a:t>
            </a:r>
            <a:r>
              <a:rPr sz="2000" spc="120" dirty="0">
                <a:solidFill>
                  <a:srgbClr val="25C3C3"/>
                </a:solidFill>
                <a:latin typeface="Lucida Sans Unicode"/>
                <a:cs typeface="Lucida Sans Unicode"/>
              </a:rPr>
              <a:t>O</a:t>
            </a:r>
            <a:r>
              <a:rPr sz="2000" spc="40" dirty="0">
                <a:solidFill>
                  <a:srgbClr val="25C3C3"/>
                </a:solidFill>
                <a:latin typeface="Lucida Sans Unicode"/>
                <a:cs typeface="Lucida Sans Unicode"/>
              </a:rPr>
              <a:t>N</a:t>
            </a:r>
            <a:r>
              <a:rPr sz="2000" spc="-140" dirty="0">
                <a:solidFill>
                  <a:srgbClr val="25C3C3"/>
                </a:solidFill>
                <a:latin typeface="Lucida Sans Unicode"/>
                <a:cs typeface="Lucida Sans Unicode"/>
              </a:rPr>
              <a:t> </a:t>
            </a:r>
            <a:r>
              <a:rPr sz="2000" spc="100" dirty="0">
                <a:solidFill>
                  <a:srgbClr val="25C3C3"/>
                </a:solidFill>
                <a:latin typeface="Lucida Sans Unicode"/>
                <a:cs typeface="Lucida Sans Unicode"/>
              </a:rPr>
              <a:t>M</a:t>
            </a:r>
            <a:r>
              <a:rPr sz="2000" spc="120" dirty="0">
                <a:solidFill>
                  <a:srgbClr val="25C3C3"/>
                </a:solidFill>
                <a:latin typeface="Lucida Sans Unicode"/>
                <a:cs typeface="Lucida Sans Unicode"/>
              </a:rPr>
              <a:t>O</a:t>
            </a:r>
            <a:r>
              <a:rPr sz="2000" spc="15" dirty="0">
                <a:solidFill>
                  <a:srgbClr val="25C3C3"/>
                </a:solidFill>
                <a:latin typeface="Lucida Sans Unicode"/>
                <a:cs typeface="Lucida Sans Unicode"/>
              </a:rPr>
              <a:t>D</a:t>
            </a:r>
            <a:r>
              <a:rPr sz="2000" spc="55" dirty="0">
                <a:solidFill>
                  <a:srgbClr val="25C3C3"/>
                </a:solidFill>
                <a:latin typeface="Lucida Sans Unicode"/>
                <a:cs typeface="Lucida Sans Unicode"/>
              </a:rPr>
              <a:t>UL</a:t>
            </a:r>
            <a:r>
              <a:rPr sz="2000" spc="85" dirty="0">
                <a:solidFill>
                  <a:srgbClr val="25C3C3"/>
                </a:solidFill>
                <a:latin typeface="Lucida Sans Unicode"/>
                <a:cs typeface="Lucida Sans Unicode"/>
              </a:rPr>
              <a:t>E  </a:t>
            </a:r>
            <a:r>
              <a:rPr sz="2000" spc="60" dirty="0">
                <a:solidFill>
                  <a:srgbClr val="25C3C3"/>
                </a:solidFill>
                <a:latin typeface="Lucida Sans Unicode"/>
                <a:cs typeface="Lucida Sans Unicode"/>
              </a:rPr>
              <a:t>VADERSENTIMENT </a:t>
            </a:r>
            <a:r>
              <a:rPr sz="2000" spc="65" dirty="0">
                <a:solidFill>
                  <a:srgbClr val="25C3C3"/>
                </a:solidFill>
                <a:latin typeface="Lucida Sans Unicode"/>
                <a:cs typeface="Lucida Sans Unicode"/>
              </a:rPr>
              <a:t>PYTHON </a:t>
            </a:r>
            <a:r>
              <a:rPr sz="2000" spc="70" dirty="0">
                <a:solidFill>
                  <a:srgbClr val="25C3C3"/>
                </a:solidFill>
                <a:latin typeface="Lucida Sans Unicode"/>
                <a:cs typeface="Lucida Sans Unicode"/>
              </a:rPr>
              <a:t> </a:t>
            </a:r>
            <a:r>
              <a:rPr sz="2000" spc="80" dirty="0">
                <a:solidFill>
                  <a:srgbClr val="25C3C3"/>
                </a:solidFill>
                <a:latin typeface="Lucida Sans Unicode"/>
                <a:cs typeface="Lucida Sans Unicode"/>
              </a:rPr>
              <a:t>MODULE</a:t>
            </a:r>
            <a:endParaRPr sz="2000">
              <a:latin typeface="Lucida Sans Unicode"/>
              <a:cs typeface="Lucida Sans Unicode"/>
            </a:endParaRPr>
          </a:p>
          <a:p>
            <a:pPr marL="12700" marR="615950">
              <a:lnSpc>
                <a:spcPct val="115599"/>
              </a:lnSpc>
            </a:pPr>
            <a:r>
              <a:rPr sz="2000" spc="35" dirty="0">
                <a:solidFill>
                  <a:srgbClr val="25C3C3"/>
                </a:solidFill>
                <a:latin typeface="Lucida Sans Unicode"/>
                <a:cs typeface="Lucida Sans Unicode"/>
              </a:rPr>
              <a:t>N</a:t>
            </a:r>
            <a:r>
              <a:rPr sz="2000" spc="114" dirty="0">
                <a:solidFill>
                  <a:srgbClr val="25C3C3"/>
                </a:solidFill>
                <a:latin typeface="Lucida Sans Unicode"/>
                <a:cs typeface="Lucida Sans Unicode"/>
              </a:rPr>
              <a:t>E</a:t>
            </a:r>
            <a:r>
              <a:rPr sz="2000" spc="440" dirty="0">
                <a:solidFill>
                  <a:srgbClr val="25C3C3"/>
                </a:solidFill>
                <a:latin typeface="Lucida Sans Unicode"/>
                <a:cs typeface="Lucida Sans Unicode"/>
              </a:rPr>
              <a:t>W</a:t>
            </a:r>
            <a:r>
              <a:rPr sz="2000" spc="210" dirty="0">
                <a:solidFill>
                  <a:srgbClr val="25C3C3"/>
                </a:solidFill>
                <a:latin typeface="Lucida Sans Unicode"/>
                <a:cs typeface="Lucida Sans Unicode"/>
              </a:rPr>
              <a:t>S</a:t>
            </a:r>
            <a:r>
              <a:rPr sz="2000" spc="165" dirty="0">
                <a:solidFill>
                  <a:srgbClr val="25C3C3"/>
                </a:solidFill>
                <a:latin typeface="Lucida Sans Unicode"/>
                <a:cs typeface="Lucida Sans Unicode"/>
              </a:rPr>
              <a:t>P</a:t>
            </a:r>
            <a:r>
              <a:rPr sz="2000" spc="-5" dirty="0">
                <a:solidFill>
                  <a:srgbClr val="25C3C3"/>
                </a:solidFill>
                <a:latin typeface="Lucida Sans Unicode"/>
                <a:cs typeface="Lucida Sans Unicode"/>
              </a:rPr>
              <a:t>A</a:t>
            </a:r>
            <a:r>
              <a:rPr sz="2000" spc="165" dirty="0">
                <a:solidFill>
                  <a:srgbClr val="25C3C3"/>
                </a:solidFill>
                <a:latin typeface="Lucida Sans Unicode"/>
                <a:cs typeface="Lucida Sans Unicode"/>
              </a:rPr>
              <a:t>P</a:t>
            </a:r>
            <a:r>
              <a:rPr sz="2000" spc="114" dirty="0">
                <a:solidFill>
                  <a:srgbClr val="25C3C3"/>
                </a:solidFill>
                <a:latin typeface="Lucida Sans Unicode"/>
                <a:cs typeface="Lucida Sans Unicode"/>
              </a:rPr>
              <a:t>E</a:t>
            </a:r>
            <a:r>
              <a:rPr sz="2000" spc="90" dirty="0">
                <a:solidFill>
                  <a:srgbClr val="25C3C3"/>
                </a:solidFill>
                <a:latin typeface="Lucida Sans Unicode"/>
                <a:cs typeface="Lucida Sans Unicode"/>
              </a:rPr>
              <a:t>R</a:t>
            </a:r>
            <a:r>
              <a:rPr sz="2000" spc="-60" dirty="0">
                <a:solidFill>
                  <a:srgbClr val="25C3C3"/>
                </a:solidFill>
                <a:latin typeface="Lucida Sans Unicode"/>
                <a:cs typeface="Lucida Sans Unicode"/>
              </a:rPr>
              <a:t>3</a:t>
            </a:r>
            <a:r>
              <a:rPr sz="2000" spc="60" dirty="0">
                <a:solidFill>
                  <a:srgbClr val="25C3C3"/>
                </a:solidFill>
                <a:latin typeface="Lucida Sans Unicode"/>
                <a:cs typeface="Lucida Sans Unicode"/>
              </a:rPr>
              <a:t>K</a:t>
            </a:r>
            <a:r>
              <a:rPr sz="2000" spc="-140" dirty="0">
                <a:solidFill>
                  <a:srgbClr val="25C3C3"/>
                </a:solidFill>
                <a:latin typeface="Lucida Sans Unicode"/>
                <a:cs typeface="Lucida Sans Unicode"/>
              </a:rPr>
              <a:t> </a:t>
            </a:r>
            <a:r>
              <a:rPr sz="2000" spc="165" dirty="0">
                <a:solidFill>
                  <a:srgbClr val="25C3C3"/>
                </a:solidFill>
                <a:latin typeface="Lucida Sans Unicode"/>
                <a:cs typeface="Lucida Sans Unicode"/>
              </a:rPr>
              <a:t>P</a:t>
            </a:r>
            <a:r>
              <a:rPr sz="2000" spc="40" dirty="0">
                <a:solidFill>
                  <a:srgbClr val="25C3C3"/>
                </a:solidFill>
                <a:latin typeface="Lucida Sans Unicode"/>
                <a:cs typeface="Lucida Sans Unicode"/>
              </a:rPr>
              <a:t>Y</a:t>
            </a:r>
            <a:r>
              <a:rPr sz="2000" spc="-10" dirty="0">
                <a:solidFill>
                  <a:srgbClr val="25C3C3"/>
                </a:solidFill>
                <a:latin typeface="Lucida Sans Unicode"/>
                <a:cs typeface="Lucida Sans Unicode"/>
              </a:rPr>
              <a:t>T</a:t>
            </a:r>
            <a:r>
              <a:rPr sz="2000" spc="25" dirty="0">
                <a:solidFill>
                  <a:srgbClr val="25C3C3"/>
                </a:solidFill>
                <a:latin typeface="Lucida Sans Unicode"/>
                <a:cs typeface="Lucida Sans Unicode"/>
              </a:rPr>
              <a:t>H</a:t>
            </a:r>
            <a:r>
              <a:rPr sz="2000" spc="120" dirty="0">
                <a:solidFill>
                  <a:srgbClr val="25C3C3"/>
                </a:solidFill>
                <a:latin typeface="Lucida Sans Unicode"/>
                <a:cs typeface="Lucida Sans Unicode"/>
              </a:rPr>
              <a:t>O</a:t>
            </a:r>
            <a:r>
              <a:rPr sz="2000" spc="25" dirty="0">
                <a:solidFill>
                  <a:srgbClr val="25C3C3"/>
                </a:solidFill>
                <a:latin typeface="Lucida Sans Unicode"/>
                <a:cs typeface="Lucida Sans Unicode"/>
              </a:rPr>
              <a:t>N  </a:t>
            </a:r>
            <a:r>
              <a:rPr sz="2000" spc="80" dirty="0">
                <a:solidFill>
                  <a:srgbClr val="25C3C3"/>
                </a:solidFill>
                <a:latin typeface="Lucida Sans Unicode"/>
                <a:cs typeface="Lucida Sans Unicode"/>
              </a:rPr>
              <a:t>MODULE</a:t>
            </a:r>
            <a:endParaRPr sz="2000">
              <a:latin typeface="Lucida Sans Unicode"/>
              <a:cs typeface="Lucida Sans Unicode"/>
            </a:endParaRPr>
          </a:p>
        </p:txBody>
      </p:sp>
      <p:pic>
        <p:nvPicPr>
          <p:cNvPr id="19" name="object 1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087729" y="3173056"/>
            <a:ext cx="85725" cy="85724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087729" y="3525481"/>
            <a:ext cx="85725" cy="85724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087729" y="3877906"/>
            <a:ext cx="85725" cy="85724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087729" y="4582756"/>
            <a:ext cx="85725" cy="85724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087729" y="4935181"/>
            <a:ext cx="85725" cy="85724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087729" y="5287606"/>
            <a:ext cx="85725" cy="85724"/>
          </a:xfrm>
          <a:prstGeom prst="rect">
            <a:avLst/>
          </a:prstGeom>
        </p:spPr>
      </p:pic>
      <p:pic>
        <p:nvPicPr>
          <p:cNvPr id="25" name="object 2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087729" y="5640031"/>
            <a:ext cx="85725" cy="85724"/>
          </a:xfrm>
          <a:prstGeom prst="rect">
            <a:avLst/>
          </a:prstGeom>
        </p:spPr>
      </p:pic>
      <p:pic>
        <p:nvPicPr>
          <p:cNvPr id="26" name="object 2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087729" y="6344881"/>
            <a:ext cx="85725" cy="85724"/>
          </a:xfrm>
          <a:prstGeom prst="rect">
            <a:avLst/>
          </a:prstGeom>
        </p:spPr>
      </p:pic>
      <p:pic>
        <p:nvPicPr>
          <p:cNvPr id="27" name="object 2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087729" y="6697305"/>
            <a:ext cx="85725" cy="85724"/>
          </a:xfrm>
          <a:prstGeom prst="rect">
            <a:avLst/>
          </a:prstGeom>
        </p:spPr>
      </p:pic>
      <p:pic>
        <p:nvPicPr>
          <p:cNvPr id="28" name="object 2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087729" y="7402155"/>
            <a:ext cx="85725" cy="8572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0986DE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396081" y="1592663"/>
            <a:ext cx="16873220" cy="7734934"/>
            <a:chOff x="396081" y="1592663"/>
            <a:chExt cx="16873220" cy="7734934"/>
          </a:xfrm>
        </p:grpSpPr>
        <p:sp>
          <p:nvSpPr>
            <p:cNvPr id="4" name="object 4"/>
            <p:cNvSpPr/>
            <p:nvPr/>
          </p:nvSpPr>
          <p:spPr>
            <a:xfrm>
              <a:off x="1028699" y="9248774"/>
              <a:ext cx="16230600" cy="0"/>
            </a:xfrm>
            <a:custGeom>
              <a:avLst/>
              <a:gdLst/>
              <a:ahLst/>
              <a:cxnLst/>
              <a:rect l="l" t="t" r="r" b="b"/>
              <a:pathLst>
                <a:path w="16230600">
                  <a:moveTo>
                    <a:pt x="0" y="0"/>
                  </a:moveTo>
                  <a:lnTo>
                    <a:pt x="16230598" y="0"/>
                  </a:lnTo>
                </a:path>
              </a:pathLst>
            </a:custGeom>
            <a:ln w="1904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3571005" y="9138369"/>
              <a:ext cx="695325" cy="189230"/>
            </a:xfrm>
            <a:custGeom>
              <a:avLst/>
              <a:gdLst/>
              <a:ahLst/>
              <a:cxnLst/>
              <a:rect l="l" t="t" r="r" b="b"/>
              <a:pathLst>
                <a:path w="695325" h="189229">
                  <a:moveTo>
                    <a:pt x="695224" y="189136"/>
                  </a:moveTo>
                  <a:lnTo>
                    <a:pt x="0" y="189136"/>
                  </a:lnTo>
                  <a:lnTo>
                    <a:pt x="0" y="0"/>
                  </a:lnTo>
                  <a:lnTo>
                    <a:pt x="695224" y="0"/>
                  </a:lnTo>
                  <a:lnTo>
                    <a:pt x="695224" y="18913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96081" y="1592663"/>
              <a:ext cx="4333874" cy="7648574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4589966" y="5466129"/>
              <a:ext cx="3881120" cy="1519555"/>
            </a:xfrm>
            <a:custGeom>
              <a:avLst/>
              <a:gdLst/>
              <a:ahLst/>
              <a:cxnLst/>
              <a:rect l="l" t="t" r="r" b="b"/>
              <a:pathLst>
                <a:path w="3881120" h="1519554">
                  <a:moveTo>
                    <a:pt x="3396817" y="1519182"/>
                  </a:moveTo>
                  <a:lnTo>
                    <a:pt x="485772" y="1519182"/>
                  </a:lnTo>
                  <a:lnTo>
                    <a:pt x="438991" y="1516958"/>
                  </a:lnTo>
                  <a:lnTo>
                    <a:pt x="393466" y="1510423"/>
                  </a:lnTo>
                  <a:lnTo>
                    <a:pt x="349403" y="1499779"/>
                  </a:lnTo>
                  <a:lnTo>
                    <a:pt x="307004" y="1485231"/>
                  </a:lnTo>
                  <a:lnTo>
                    <a:pt x="266475" y="1466981"/>
                  </a:lnTo>
                  <a:lnTo>
                    <a:pt x="228018" y="1445234"/>
                  </a:lnTo>
                  <a:lnTo>
                    <a:pt x="191838" y="1420194"/>
                  </a:lnTo>
                  <a:lnTo>
                    <a:pt x="158137" y="1392063"/>
                  </a:lnTo>
                  <a:lnTo>
                    <a:pt x="127119" y="1361045"/>
                  </a:lnTo>
                  <a:lnTo>
                    <a:pt x="98988" y="1327344"/>
                  </a:lnTo>
                  <a:lnTo>
                    <a:pt x="73947" y="1291163"/>
                  </a:lnTo>
                  <a:lnTo>
                    <a:pt x="52200" y="1252706"/>
                  </a:lnTo>
                  <a:lnTo>
                    <a:pt x="33951" y="1212177"/>
                  </a:lnTo>
                  <a:lnTo>
                    <a:pt x="19402" y="1169779"/>
                  </a:lnTo>
                  <a:lnTo>
                    <a:pt x="8759" y="1125716"/>
                  </a:lnTo>
                  <a:lnTo>
                    <a:pt x="2223" y="1080190"/>
                  </a:lnTo>
                  <a:lnTo>
                    <a:pt x="0" y="1033407"/>
                  </a:lnTo>
                  <a:lnTo>
                    <a:pt x="0" y="485774"/>
                  </a:lnTo>
                  <a:lnTo>
                    <a:pt x="2223" y="438991"/>
                  </a:lnTo>
                  <a:lnTo>
                    <a:pt x="8759" y="393466"/>
                  </a:lnTo>
                  <a:lnTo>
                    <a:pt x="19402" y="349402"/>
                  </a:lnTo>
                  <a:lnTo>
                    <a:pt x="33951" y="307004"/>
                  </a:lnTo>
                  <a:lnTo>
                    <a:pt x="52200" y="266475"/>
                  </a:lnTo>
                  <a:lnTo>
                    <a:pt x="73947" y="228018"/>
                  </a:lnTo>
                  <a:lnTo>
                    <a:pt x="98988" y="191838"/>
                  </a:lnTo>
                  <a:lnTo>
                    <a:pt x="127119" y="158137"/>
                  </a:lnTo>
                  <a:lnTo>
                    <a:pt x="158137" y="127119"/>
                  </a:lnTo>
                  <a:lnTo>
                    <a:pt x="191838" y="98988"/>
                  </a:lnTo>
                  <a:lnTo>
                    <a:pt x="228018" y="73947"/>
                  </a:lnTo>
                  <a:lnTo>
                    <a:pt x="266475" y="52200"/>
                  </a:lnTo>
                  <a:lnTo>
                    <a:pt x="307004" y="33951"/>
                  </a:lnTo>
                  <a:lnTo>
                    <a:pt x="349403" y="19402"/>
                  </a:lnTo>
                  <a:lnTo>
                    <a:pt x="393466" y="8759"/>
                  </a:lnTo>
                  <a:lnTo>
                    <a:pt x="438991" y="2223"/>
                  </a:lnTo>
                  <a:lnTo>
                    <a:pt x="485774" y="0"/>
                  </a:lnTo>
                  <a:lnTo>
                    <a:pt x="3396815" y="0"/>
                  </a:lnTo>
                  <a:lnTo>
                    <a:pt x="3443599" y="2223"/>
                  </a:lnTo>
                  <a:lnTo>
                    <a:pt x="3489124" y="8759"/>
                  </a:lnTo>
                  <a:lnTo>
                    <a:pt x="3533187" y="19402"/>
                  </a:lnTo>
                  <a:lnTo>
                    <a:pt x="3575586" y="33951"/>
                  </a:lnTo>
                  <a:lnTo>
                    <a:pt x="3616115" y="52200"/>
                  </a:lnTo>
                  <a:lnTo>
                    <a:pt x="3654572" y="73947"/>
                  </a:lnTo>
                  <a:lnTo>
                    <a:pt x="3690752" y="98988"/>
                  </a:lnTo>
                  <a:lnTo>
                    <a:pt x="3724453" y="127119"/>
                  </a:lnTo>
                  <a:lnTo>
                    <a:pt x="3755471" y="158137"/>
                  </a:lnTo>
                  <a:lnTo>
                    <a:pt x="3783602" y="191838"/>
                  </a:lnTo>
                  <a:lnTo>
                    <a:pt x="3808643" y="228018"/>
                  </a:lnTo>
                  <a:lnTo>
                    <a:pt x="3830390" y="266475"/>
                  </a:lnTo>
                  <a:lnTo>
                    <a:pt x="3848639" y="307004"/>
                  </a:lnTo>
                  <a:lnTo>
                    <a:pt x="3863187" y="349402"/>
                  </a:lnTo>
                  <a:lnTo>
                    <a:pt x="3873831" y="393466"/>
                  </a:lnTo>
                  <a:lnTo>
                    <a:pt x="3880366" y="438991"/>
                  </a:lnTo>
                  <a:lnTo>
                    <a:pt x="3881036" y="453069"/>
                  </a:lnTo>
                  <a:lnTo>
                    <a:pt x="3881036" y="1066112"/>
                  </a:lnTo>
                  <a:lnTo>
                    <a:pt x="3873831" y="1125716"/>
                  </a:lnTo>
                  <a:lnTo>
                    <a:pt x="3863187" y="1169779"/>
                  </a:lnTo>
                  <a:lnTo>
                    <a:pt x="3848639" y="1212177"/>
                  </a:lnTo>
                  <a:lnTo>
                    <a:pt x="3830390" y="1252706"/>
                  </a:lnTo>
                  <a:lnTo>
                    <a:pt x="3808643" y="1291163"/>
                  </a:lnTo>
                  <a:lnTo>
                    <a:pt x="3783602" y="1327344"/>
                  </a:lnTo>
                  <a:lnTo>
                    <a:pt x="3755471" y="1361045"/>
                  </a:lnTo>
                  <a:lnTo>
                    <a:pt x="3724453" y="1392063"/>
                  </a:lnTo>
                  <a:lnTo>
                    <a:pt x="3690752" y="1420194"/>
                  </a:lnTo>
                  <a:lnTo>
                    <a:pt x="3654572" y="1445234"/>
                  </a:lnTo>
                  <a:lnTo>
                    <a:pt x="3616115" y="1466981"/>
                  </a:lnTo>
                  <a:lnTo>
                    <a:pt x="3575586" y="1485231"/>
                  </a:lnTo>
                  <a:lnTo>
                    <a:pt x="3533187" y="1499779"/>
                  </a:lnTo>
                  <a:lnTo>
                    <a:pt x="3489124" y="1510423"/>
                  </a:lnTo>
                  <a:lnTo>
                    <a:pt x="3443599" y="1516958"/>
                  </a:lnTo>
                  <a:lnTo>
                    <a:pt x="3396817" y="151918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9385587" y="5466148"/>
              <a:ext cx="2957830" cy="2540"/>
            </a:xfrm>
            <a:custGeom>
              <a:avLst/>
              <a:gdLst/>
              <a:ahLst/>
              <a:cxnLst/>
              <a:rect l="l" t="t" r="r" b="b"/>
              <a:pathLst>
                <a:path w="2957829" h="2539">
                  <a:moveTo>
                    <a:pt x="-95249" y="1111"/>
                  </a:moveTo>
                  <a:lnTo>
                    <a:pt x="3052988" y="1111"/>
                  </a:lnTo>
                </a:path>
              </a:pathLst>
            </a:custGeom>
            <a:ln w="19272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899826" y="5466148"/>
              <a:ext cx="3883025" cy="3272154"/>
            </a:xfrm>
            <a:custGeom>
              <a:avLst/>
              <a:gdLst/>
              <a:ahLst/>
              <a:cxnLst/>
              <a:rect l="l" t="t" r="r" b="b"/>
              <a:pathLst>
                <a:path w="3883025" h="3272154">
                  <a:moveTo>
                    <a:pt x="3863327" y="350430"/>
                  </a:moveTo>
                  <a:lnTo>
                    <a:pt x="3873720" y="393455"/>
                  </a:lnTo>
                  <a:lnTo>
                    <a:pt x="3880255" y="438978"/>
                  </a:lnTo>
                  <a:lnTo>
                    <a:pt x="3882479" y="485761"/>
                  </a:lnTo>
                  <a:lnTo>
                    <a:pt x="3882479" y="2805385"/>
                  </a:lnTo>
                  <a:lnTo>
                    <a:pt x="3880255" y="2852167"/>
                  </a:lnTo>
                  <a:lnTo>
                    <a:pt x="3873720" y="2897691"/>
                  </a:lnTo>
                  <a:lnTo>
                    <a:pt x="3863076" y="2941753"/>
                  </a:lnTo>
                  <a:lnTo>
                    <a:pt x="3848528" y="2984150"/>
                  </a:lnTo>
                  <a:lnTo>
                    <a:pt x="3830280" y="3024678"/>
                  </a:lnTo>
                  <a:lnTo>
                    <a:pt x="3823884" y="3035988"/>
                  </a:lnTo>
                </a:path>
                <a:path w="3883025" h="3272154">
                  <a:moveTo>
                    <a:pt x="349392" y="3271744"/>
                  </a:moveTo>
                  <a:lnTo>
                    <a:pt x="306996" y="3257196"/>
                  </a:lnTo>
                  <a:lnTo>
                    <a:pt x="266468" y="3238947"/>
                  </a:lnTo>
                  <a:lnTo>
                    <a:pt x="228012" y="3217201"/>
                  </a:lnTo>
                  <a:lnTo>
                    <a:pt x="191832" y="3192161"/>
                  </a:lnTo>
                  <a:lnTo>
                    <a:pt x="158132" y="3164030"/>
                  </a:lnTo>
                  <a:lnTo>
                    <a:pt x="127115" y="3133013"/>
                  </a:lnTo>
                  <a:lnTo>
                    <a:pt x="98985" y="3099313"/>
                  </a:lnTo>
                  <a:lnTo>
                    <a:pt x="73945" y="3063134"/>
                  </a:lnTo>
                  <a:lnTo>
                    <a:pt x="52199" y="3024678"/>
                  </a:lnTo>
                  <a:lnTo>
                    <a:pt x="33950" y="2984150"/>
                  </a:lnTo>
                  <a:lnTo>
                    <a:pt x="19402" y="2941753"/>
                  </a:lnTo>
                  <a:lnTo>
                    <a:pt x="8758" y="2897691"/>
                  </a:lnTo>
                  <a:lnTo>
                    <a:pt x="2223" y="2852167"/>
                  </a:lnTo>
                  <a:lnTo>
                    <a:pt x="0" y="2805385"/>
                  </a:lnTo>
                  <a:lnTo>
                    <a:pt x="0" y="485761"/>
                  </a:lnTo>
                  <a:lnTo>
                    <a:pt x="2223" y="438978"/>
                  </a:lnTo>
                  <a:lnTo>
                    <a:pt x="8758" y="393455"/>
                  </a:lnTo>
                  <a:lnTo>
                    <a:pt x="19402" y="349392"/>
                  </a:lnTo>
                  <a:lnTo>
                    <a:pt x="33950" y="306996"/>
                  </a:lnTo>
                  <a:lnTo>
                    <a:pt x="52199" y="266468"/>
                  </a:lnTo>
                  <a:lnTo>
                    <a:pt x="73945" y="228012"/>
                  </a:lnTo>
                  <a:lnTo>
                    <a:pt x="98985" y="191832"/>
                  </a:lnTo>
                  <a:lnTo>
                    <a:pt x="127115" y="158132"/>
                  </a:lnTo>
                  <a:lnTo>
                    <a:pt x="158132" y="127115"/>
                  </a:lnTo>
                  <a:lnTo>
                    <a:pt x="191832" y="98985"/>
                  </a:lnTo>
                  <a:lnTo>
                    <a:pt x="228012" y="73945"/>
                  </a:lnTo>
                  <a:lnTo>
                    <a:pt x="266468" y="52199"/>
                  </a:lnTo>
                  <a:lnTo>
                    <a:pt x="306996" y="33950"/>
                  </a:lnTo>
                  <a:lnTo>
                    <a:pt x="349392" y="19402"/>
                  </a:lnTo>
                  <a:lnTo>
                    <a:pt x="393455" y="8758"/>
                  </a:lnTo>
                  <a:lnTo>
                    <a:pt x="438978" y="2223"/>
                  </a:lnTo>
                  <a:lnTo>
                    <a:pt x="485761" y="0"/>
                  </a:lnTo>
                </a:path>
              </a:pathLst>
            </a:custGeom>
            <a:ln w="1904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3261862" y="5466129"/>
              <a:ext cx="3883025" cy="3291840"/>
            </a:xfrm>
            <a:custGeom>
              <a:avLst/>
              <a:gdLst/>
              <a:ahLst/>
              <a:cxnLst/>
              <a:rect l="l" t="t" r="r" b="b"/>
              <a:pathLst>
                <a:path w="3883025" h="3291840">
                  <a:moveTo>
                    <a:pt x="3396818" y="3291241"/>
                  </a:moveTo>
                  <a:lnTo>
                    <a:pt x="485772" y="3291241"/>
                  </a:lnTo>
                  <a:lnTo>
                    <a:pt x="438991" y="3289017"/>
                  </a:lnTo>
                  <a:lnTo>
                    <a:pt x="393466" y="3282482"/>
                  </a:lnTo>
                  <a:lnTo>
                    <a:pt x="349402" y="3271838"/>
                  </a:lnTo>
                  <a:lnTo>
                    <a:pt x="307004" y="3257290"/>
                  </a:lnTo>
                  <a:lnTo>
                    <a:pt x="266475" y="3239040"/>
                  </a:lnTo>
                  <a:lnTo>
                    <a:pt x="228018" y="3217294"/>
                  </a:lnTo>
                  <a:lnTo>
                    <a:pt x="191838" y="3192253"/>
                  </a:lnTo>
                  <a:lnTo>
                    <a:pt x="158137" y="3164122"/>
                  </a:lnTo>
                  <a:lnTo>
                    <a:pt x="127119" y="3133104"/>
                  </a:lnTo>
                  <a:lnTo>
                    <a:pt x="98988" y="3099403"/>
                  </a:lnTo>
                  <a:lnTo>
                    <a:pt x="73947" y="3063222"/>
                  </a:lnTo>
                  <a:lnTo>
                    <a:pt x="52200" y="3024765"/>
                  </a:lnTo>
                  <a:lnTo>
                    <a:pt x="33951" y="2984236"/>
                  </a:lnTo>
                  <a:lnTo>
                    <a:pt x="19402" y="2941838"/>
                  </a:lnTo>
                  <a:lnTo>
                    <a:pt x="8759" y="2897775"/>
                  </a:lnTo>
                  <a:lnTo>
                    <a:pt x="2223" y="2852249"/>
                  </a:lnTo>
                  <a:lnTo>
                    <a:pt x="0" y="2805466"/>
                  </a:lnTo>
                  <a:lnTo>
                    <a:pt x="0" y="485774"/>
                  </a:lnTo>
                  <a:lnTo>
                    <a:pt x="2223" y="438991"/>
                  </a:lnTo>
                  <a:lnTo>
                    <a:pt x="8759" y="393466"/>
                  </a:lnTo>
                  <a:lnTo>
                    <a:pt x="19402" y="349402"/>
                  </a:lnTo>
                  <a:lnTo>
                    <a:pt x="33951" y="307004"/>
                  </a:lnTo>
                  <a:lnTo>
                    <a:pt x="52200" y="266475"/>
                  </a:lnTo>
                  <a:lnTo>
                    <a:pt x="73947" y="228018"/>
                  </a:lnTo>
                  <a:lnTo>
                    <a:pt x="98988" y="191837"/>
                  </a:lnTo>
                  <a:lnTo>
                    <a:pt x="127119" y="158136"/>
                  </a:lnTo>
                  <a:lnTo>
                    <a:pt x="158137" y="127119"/>
                  </a:lnTo>
                  <a:lnTo>
                    <a:pt x="191838" y="98987"/>
                  </a:lnTo>
                  <a:lnTo>
                    <a:pt x="228018" y="73947"/>
                  </a:lnTo>
                  <a:lnTo>
                    <a:pt x="266475" y="52200"/>
                  </a:lnTo>
                  <a:lnTo>
                    <a:pt x="307004" y="33950"/>
                  </a:lnTo>
                  <a:lnTo>
                    <a:pt x="349402" y="19402"/>
                  </a:lnTo>
                  <a:lnTo>
                    <a:pt x="393466" y="8758"/>
                  </a:lnTo>
                  <a:lnTo>
                    <a:pt x="438991" y="2223"/>
                  </a:lnTo>
                  <a:lnTo>
                    <a:pt x="485767" y="0"/>
                  </a:lnTo>
                  <a:lnTo>
                    <a:pt x="3396823" y="0"/>
                  </a:lnTo>
                  <a:lnTo>
                    <a:pt x="3443599" y="2223"/>
                  </a:lnTo>
                  <a:lnTo>
                    <a:pt x="3489124" y="8758"/>
                  </a:lnTo>
                  <a:lnTo>
                    <a:pt x="3533188" y="19402"/>
                  </a:lnTo>
                  <a:lnTo>
                    <a:pt x="3575586" y="33950"/>
                  </a:lnTo>
                  <a:lnTo>
                    <a:pt x="3616115" y="52200"/>
                  </a:lnTo>
                  <a:lnTo>
                    <a:pt x="3654572" y="73947"/>
                  </a:lnTo>
                  <a:lnTo>
                    <a:pt x="3690752" y="98987"/>
                  </a:lnTo>
                  <a:lnTo>
                    <a:pt x="3724453" y="127119"/>
                  </a:lnTo>
                  <a:lnTo>
                    <a:pt x="3755471" y="158136"/>
                  </a:lnTo>
                  <a:lnTo>
                    <a:pt x="3783602" y="191837"/>
                  </a:lnTo>
                  <a:lnTo>
                    <a:pt x="3808643" y="228018"/>
                  </a:lnTo>
                  <a:lnTo>
                    <a:pt x="3830390" y="266475"/>
                  </a:lnTo>
                  <a:lnTo>
                    <a:pt x="3848639" y="307004"/>
                  </a:lnTo>
                  <a:lnTo>
                    <a:pt x="3863188" y="349402"/>
                  </a:lnTo>
                  <a:lnTo>
                    <a:pt x="3873831" y="393466"/>
                  </a:lnTo>
                  <a:lnTo>
                    <a:pt x="3880367" y="438991"/>
                  </a:lnTo>
                  <a:lnTo>
                    <a:pt x="3882591" y="485774"/>
                  </a:lnTo>
                  <a:lnTo>
                    <a:pt x="3882591" y="2805466"/>
                  </a:lnTo>
                  <a:lnTo>
                    <a:pt x="3880367" y="2852249"/>
                  </a:lnTo>
                  <a:lnTo>
                    <a:pt x="3873831" y="2897775"/>
                  </a:lnTo>
                  <a:lnTo>
                    <a:pt x="3863188" y="2941838"/>
                  </a:lnTo>
                  <a:lnTo>
                    <a:pt x="3848639" y="2984236"/>
                  </a:lnTo>
                  <a:lnTo>
                    <a:pt x="3830390" y="3024765"/>
                  </a:lnTo>
                  <a:lnTo>
                    <a:pt x="3808643" y="3063222"/>
                  </a:lnTo>
                  <a:lnTo>
                    <a:pt x="3783602" y="3099403"/>
                  </a:lnTo>
                  <a:lnTo>
                    <a:pt x="3755471" y="3133104"/>
                  </a:lnTo>
                  <a:lnTo>
                    <a:pt x="3724453" y="3164122"/>
                  </a:lnTo>
                  <a:lnTo>
                    <a:pt x="3690752" y="3192253"/>
                  </a:lnTo>
                  <a:lnTo>
                    <a:pt x="3654572" y="3217294"/>
                  </a:lnTo>
                  <a:lnTo>
                    <a:pt x="3616115" y="3239040"/>
                  </a:lnTo>
                  <a:lnTo>
                    <a:pt x="3575586" y="3257290"/>
                  </a:lnTo>
                  <a:lnTo>
                    <a:pt x="3533188" y="3271838"/>
                  </a:lnTo>
                  <a:lnTo>
                    <a:pt x="3489124" y="3282482"/>
                  </a:lnTo>
                  <a:lnTo>
                    <a:pt x="3443599" y="3289017"/>
                  </a:lnTo>
                  <a:lnTo>
                    <a:pt x="3396818" y="329124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997463" y="642429"/>
            <a:ext cx="1717039" cy="605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800" b="0" spc="114" dirty="0">
                <a:latin typeface="Verdana"/>
                <a:cs typeface="Verdana"/>
              </a:rPr>
              <a:t>Page</a:t>
            </a:r>
            <a:r>
              <a:rPr sz="2800" b="0" spc="225" dirty="0">
                <a:latin typeface="Verdana"/>
                <a:cs typeface="Verdana"/>
              </a:rPr>
              <a:t> </a:t>
            </a:r>
            <a:r>
              <a:rPr sz="5700" spc="-67" baseline="-6578" dirty="0"/>
              <a:t>12</a:t>
            </a:r>
            <a:endParaRPr sz="5700" baseline="-6578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3320738" y="5688484"/>
            <a:ext cx="3837940" cy="4876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000" b="1" spc="-65" dirty="0">
                <a:solidFill>
                  <a:srgbClr val="0986DE"/>
                </a:solidFill>
                <a:latin typeface="Trebuchet MS"/>
                <a:cs typeface="Trebuchet MS"/>
              </a:rPr>
              <a:t>F</a:t>
            </a:r>
            <a:r>
              <a:rPr sz="3000" b="1" spc="-25" dirty="0">
                <a:solidFill>
                  <a:srgbClr val="0986DE"/>
                </a:solidFill>
                <a:latin typeface="Trebuchet MS"/>
                <a:cs typeface="Trebuchet MS"/>
              </a:rPr>
              <a:t>r</a:t>
            </a:r>
            <a:r>
              <a:rPr sz="3000" b="1" spc="155" dirty="0">
                <a:solidFill>
                  <a:srgbClr val="0986DE"/>
                </a:solidFill>
                <a:latin typeface="Trebuchet MS"/>
                <a:cs typeface="Trebuchet MS"/>
              </a:rPr>
              <a:t>o</a:t>
            </a:r>
            <a:r>
              <a:rPr sz="3000" b="1" spc="105" dirty="0">
                <a:solidFill>
                  <a:srgbClr val="0986DE"/>
                </a:solidFill>
                <a:latin typeface="Trebuchet MS"/>
                <a:cs typeface="Trebuchet MS"/>
              </a:rPr>
              <a:t>n</a:t>
            </a:r>
            <a:r>
              <a:rPr sz="3000" b="1" spc="90" dirty="0">
                <a:solidFill>
                  <a:srgbClr val="0986DE"/>
                </a:solidFill>
                <a:latin typeface="Trebuchet MS"/>
                <a:cs typeface="Trebuchet MS"/>
              </a:rPr>
              <a:t>t</a:t>
            </a:r>
            <a:r>
              <a:rPr sz="3000" b="1" spc="120" dirty="0">
                <a:solidFill>
                  <a:srgbClr val="0986DE"/>
                </a:solidFill>
                <a:latin typeface="Trebuchet MS"/>
                <a:cs typeface="Trebuchet MS"/>
              </a:rPr>
              <a:t>e</a:t>
            </a:r>
            <a:r>
              <a:rPr sz="3000" b="1" spc="105" dirty="0">
                <a:solidFill>
                  <a:srgbClr val="0986DE"/>
                </a:solidFill>
                <a:latin typeface="Trebuchet MS"/>
                <a:cs typeface="Trebuchet MS"/>
              </a:rPr>
              <a:t>n</a:t>
            </a:r>
            <a:r>
              <a:rPr sz="3000" b="1" spc="295" dirty="0">
                <a:solidFill>
                  <a:srgbClr val="0986DE"/>
                </a:solidFill>
                <a:latin typeface="Trebuchet MS"/>
                <a:cs typeface="Trebuchet MS"/>
              </a:rPr>
              <a:t>d</a:t>
            </a:r>
            <a:r>
              <a:rPr sz="3000" b="1" spc="-225" dirty="0">
                <a:solidFill>
                  <a:srgbClr val="0986DE"/>
                </a:solidFill>
                <a:latin typeface="Trebuchet MS"/>
                <a:cs typeface="Trebuchet MS"/>
              </a:rPr>
              <a:t> </a:t>
            </a:r>
            <a:r>
              <a:rPr sz="3000" b="1" spc="240" dirty="0">
                <a:solidFill>
                  <a:srgbClr val="0986DE"/>
                </a:solidFill>
                <a:latin typeface="Trebuchet MS"/>
                <a:cs typeface="Trebuchet MS"/>
              </a:rPr>
              <a:t>D</a:t>
            </a:r>
            <a:r>
              <a:rPr sz="3000" b="1" spc="120" dirty="0">
                <a:solidFill>
                  <a:srgbClr val="0986DE"/>
                </a:solidFill>
                <a:latin typeface="Trebuchet MS"/>
                <a:cs typeface="Trebuchet MS"/>
              </a:rPr>
              <a:t>e</a:t>
            </a:r>
            <a:r>
              <a:rPr sz="3000" b="1" spc="95" dirty="0">
                <a:solidFill>
                  <a:srgbClr val="0986DE"/>
                </a:solidFill>
                <a:latin typeface="Trebuchet MS"/>
                <a:cs typeface="Trebuchet MS"/>
              </a:rPr>
              <a:t>v</a:t>
            </a:r>
            <a:r>
              <a:rPr sz="3000" b="1" spc="120" dirty="0">
                <a:solidFill>
                  <a:srgbClr val="0986DE"/>
                </a:solidFill>
                <a:latin typeface="Trebuchet MS"/>
                <a:cs typeface="Trebuchet MS"/>
              </a:rPr>
              <a:t>e</a:t>
            </a:r>
            <a:r>
              <a:rPr sz="3000" b="1" spc="210" dirty="0">
                <a:solidFill>
                  <a:srgbClr val="0986DE"/>
                </a:solidFill>
                <a:latin typeface="Trebuchet MS"/>
                <a:cs typeface="Trebuchet MS"/>
              </a:rPr>
              <a:t>l</a:t>
            </a:r>
            <a:r>
              <a:rPr sz="3000" b="1" spc="155" dirty="0">
                <a:solidFill>
                  <a:srgbClr val="0986DE"/>
                </a:solidFill>
                <a:latin typeface="Trebuchet MS"/>
                <a:cs typeface="Trebuchet MS"/>
              </a:rPr>
              <a:t>o</a:t>
            </a:r>
            <a:r>
              <a:rPr sz="3000" b="1" spc="204" dirty="0">
                <a:solidFill>
                  <a:srgbClr val="0986DE"/>
                </a:solidFill>
                <a:latin typeface="Trebuchet MS"/>
                <a:cs typeface="Trebuchet MS"/>
              </a:rPr>
              <a:t>p</a:t>
            </a:r>
            <a:r>
              <a:rPr sz="3000" b="1" spc="120" dirty="0">
                <a:solidFill>
                  <a:srgbClr val="0986DE"/>
                </a:solidFill>
                <a:latin typeface="Trebuchet MS"/>
                <a:cs typeface="Trebuchet MS"/>
              </a:rPr>
              <a:t>e</a:t>
            </a:r>
            <a:r>
              <a:rPr sz="3000" b="1" spc="-20" dirty="0">
                <a:solidFill>
                  <a:srgbClr val="0986DE"/>
                </a:solidFill>
                <a:latin typeface="Trebuchet MS"/>
                <a:cs typeface="Trebuchet MS"/>
              </a:rPr>
              <a:t>r</a:t>
            </a:r>
            <a:endParaRPr sz="3000">
              <a:latin typeface="Trebuchet MS"/>
              <a:cs typeface="Trebuchet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771700" y="5704021"/>
            <a:ext cx="2661920" cy="8813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82245">
              <a:lnSpc>
                <a:spcPct val="100000"/>
              </a:lnSpc>
              <a:spcBef>
                <a:spcPts val="130"/>
              </a:spcBef>
            </a:pPr>
            <a:r>
              <a:rPr sz="3000" b="1" spc="110" dirty="0">
                <a:solidFill>
                  <a:srgbClr val="0986DE"/>
                </a:solidFill>
                <a:latin typeface="Trebuchet MS"/>
                <a:cs typeface="Trebuchet MS"/>
              </a:rPr>
              <a:t>P</a:t>
            </a:r>
            <a:r>
              <a:rPr sz="3000" b="1" spc="-25" dirty="0">
                <a:solidFill>
                  <a:srgbClr val="0986DE"/>
                </a:solidFill>
                <a:latin typeface="Trebuchet MS"/>
                <a:cs typeface="Trebuchet MS"/>
              </a:rPr>
              <a:t>r</a:t>
            </a:r>
            <a:r>
              <a:rPr sz="3000" b="1" spc="155" dirty="0">
                <a:solidFill>
                  <a:srgbClr val="0986DE"/>
                </a:solidFill>
                <a:latin typeface="Trebuchet MS"/>
                <a:cs typeface="Trebuchet MS"/>
              </a:rPr>
              <a:t>o</a:t>
            </a:r>
            <a:r>
              <a:rPr sz="3000" b="1" spc="-240" dirty="0">
                <a:solidFill>
                  <a:srgbClr val="0986DE"/>
                </a:solidFill>
                <a:latin typeface="Trebuchet MS"/>
                <a:cs typeface="Trebuchet MS"/>
              </a:rPr>
              <a:t>j</a:t>
            </a:r>
            <a:r>
              <a:rPr sz="3000" b="1" spc="120" dirty="0">
                <a:solidFill>
                  <a:srgbClr val="0986DE"/>
                </a:solidFill>
                <a:latin typeface="Trebuchet MS"/>
                <a:cs typeface="Trebuchet MS"/>
              </a:rPr>
              <a:t>e</a:t>
            </a:r>
            <a:r>
              <a:rPr sz="3000" b="1" spc="204" dirty="0">
                <a:solidFill>
                  <a:srgbClr val="0986DE"/>
                </a:solidFill>
                <a:latin typeface="Trebuchet MS"/>
                <a:cs typeface="Trebuchet MS"/>
              </a:rPr>
              <a:t>c</a:t>
            </a:r>
            <a:r>
              <a:rPr sz="3000" b="1" spc="95" dirty="0">
                <a:solidFill>
                  <a:srgbClr val="0986DE"/>
                </a:solidFill>
                <a:latin typeface="Trebuchet MS"/>
                <a:cs typeface="Trebuchet MS"/>
              </a:rPr>
              <a:t>t</a:t>
            </a:r>
            <a:r>
              <a:rPr sz="3000" b="1" spc="-225" dirty="0">
                <a:solidFill>
                  <a:srgbClr val="0986DE"/>
                </a:solidFill>
                <a:latin typeface="Trebuchet MS"/>
                <a:cs typeface="Trebuchet MS"/>
              </a:rPr>
              <a:t> </a:t>
            </a:r>
            <a:r>
              <a:rPr sz="3000" b="1" spc="215" dirty="0">
                <a:solidFill>
                  <a:srgbClr val="0986DE"/>
                </a:solidFill>
                <a:latin typeface="Trebuchet MS"/>
                <a:cs typeface="Trebuchet MS"/>
              </a:rPr>
              <a:t>H</a:t>
            </a:r>
            <a:r>
              <a:rPr sz="3000" b="1" spc="120" dirty="0">
                <a:solidFill>
                  <a:srgbClr val="0986DE"/>
                </a:solidFill>
                <a:latin typeface="Trebuchet MS"/>
                <a:cs typeface="Trebuchet MS"/>
              </a:rPr>
              <a:t>e</a:t>
            </a:r>
            <a:r>
              <a:rPr sz="3000" b="1" spc="225" dirty="0">
                <a:solidFill>
                  <a:srgbClr val="0986DE"/>
                </a:solidFill>
                <a:latin typeface="Trebuchet MS"/>
                <a:cs typeface="Trebuchet MS"/>
              </a:rPr>
              <a:t>a</a:t>
            </a:r>
            <a:r>
              <a:rPr sz="3000" b="1" spc="295" dirty="0">
                <a:solidFill>
                  <a:srgbClr val="0986DE"/>
                </a:solidFill>
                <a:latin typeface="Trebuchet MS"/>
                <a:cs typeface="Trebuchet MS"/>
              </a:rPr>
              <a:t>d</a:t>
            </a:r>
            <a:endParaRPr sz="30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300"/>
              </a:spcBef>
            </a:pPr>
            <a:r>
              <a:rPr sz="1500" spc="-35" dirty="0">
                <a:latin typeface="Verdana"/>
                <a:cs typeface="Verdana"/>
              </a:rPr>
              <a:t>S</a:t>
            </a:r>
            <a:r>
              <a:rPr sz="1500" spc="40" dirty="0">
                <a:latin typeface="Verdana"/>
                <a:cs typeface="Verdana"/>
              </a:rPr>
              <a:t>u</a:t>
            </a:r>
            <a:r>
              <a:rPr sz="1500" spc="-15" dirty="0">
                <a:latin typeface="Verdana"/>
                <a:cs typeface="Verdana"/>
              </a:rPr>
              <a:t>k</a:t>
            </a:r>
            <a:r>
              <a:rPr sz="1500" spc="50" dirty="0">
                <a:latin typeface="Verdana"/>
                <a:cs typeface="Verdana"/>
              </a:rPr>
              <a:t>h</a:t>
            </a:r>
            <a:r>
              <a:rPr sz="1500" spc="95" dirty="0">
                <a:latin typeface="Verdana"/>
                <a:cs typeface="Verdana"/>
              </a:rPr>
              <a:t>m</a:t>
            </a:r>
            <a:r>
              <a:rPr sz="1500" spc="40" dirty="0">
                <a:latin typeface="Verdana"/>
                <a:cs typeface="Verdana"/>
              </a:rPr>
              <a:t>a</a:t>
            </a:r>
            <a:r>
              <a:rPr sz="1500" spc="50" dirty="0">
                <a:latin typeface="Verdana"/>
                <a:cs typeface="Verdana"/>
              </a:rPr>
              <a:t>n</a:t>
            </a:r>
            <a:r>
              <a:rPr sz="1500" spc="125" dirty="0">
                <a:latin typeface="Verdana"/>
                <a:cs typeface="Verdana"/>
              </a:rPr>
              <a:t>d</a:t>
            </a:r>
            <a:r>
              <a:rPr sz="1500" spc="75" dirty="0">
                <a:latin typeface="Verdana"/>
                <a:cs typeface="Verdana"/>
              </a:rPr>
              <a:t>ee</a:t>
            </a:r>
            <a:r>
              <a:rPr sz="1500" spc="130" dirty="0">
                <a:latin typeface="Verdana"/>
                <a:cs typeface="Verdana"/>
              </a:rPr>
              <a:t>p</a:t>
            </a:r>
            <a:r>
              <a:rPr sz="1500" spc="-120" dirty="0">
                <a:latin typeface="Verdana"/>
                <a:cs typeface="Verdana"/>
              </a:rPr>
              <a:t> </a:t>
            </a:r>
            <a:r>
              <a:rPr sz="1500" spc="-35" dirty="0">
                <a:latin typeface="Verdana"/>
                <a:cs typeface="Verdana"/>
              </a:rPr>
              <a:t>S</a:t>
            </a:r>
            <a:r>
              <a:rPr sz="1500" spc="-15" dirty="0">
                <a:latin typeface="Verdana"/>
                <a:cs typeface="Verdana"/>
              </a:rPr>
              <a:t>i</a:t>
            </a:r>
            <a:r>
              <a:rPr sz="1500" spc="50" dirty="0">
                <a:latin typeface="Verdana"/>
                <a:cs typeface="Verdana"/>
              </a:rPr>
              <a:t>n</a:t>
            </a:r>
            <a:r>
              <a:rPr sz="1500" spc="100" dirty="0">
                <a:latin typeface="Verdana"/>
                <a:cs typeface="Verdana"/>
              </a:rPr>
              <a:t>g</a:t>
            </a:r>
            <a:r>
              <a:rPr sz="1500" spc="55" dirty="0">
                <a:latin typeface="Verdana"/>
                <a:cs typeface="Verdana"/>
              </a:rPr>
              <a:t>h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131300" y="5688484"/>
            <a:ext cx="3409315" cy="1702435"/>
          </a:xfrm>
          <a:prstGeom prst="rect">
            <a:avLst/>
          </a:prstGeom>
        </p:spPr>
        <p:txBody>
          <a:bodyPr vert="horz" wrap="square" lIns="0" tIns="92710" rIns="0" bIns="0" rtlCol="0">
            <a:spAutoFit/>
          </a:bodyPr>
          <a:lstStyle/>
          <a:p>
            <a:pPr marL="12700" marR="5080">
              <a:lnSpc>
                <a:spcPts val="3000"/>
              </a:lnSpc>
              <a:spcBef>
                <a:spcPts val="730"/>
              </a:spcBef>
            </a:pPr>
            <a:r>
              <a:rPr sz="3000" b="1" spc="345" dirty="0">
                <a:solidFill>
                  <a:srgbClr val="FFFFFF"/>
                </a:solidFill>
                <a:latin typeface="Trebuchet MS"/>
                <a:cs typeface="Trebuchet MS"/>
              </a:rPr>
              <a:t>M</a:t>
            </a:r>
            <a:r>
              <a:rPr sz="3000" b="1" spc="225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3000" b="1" spc="204" dirty="0">
                <a:solidFill>
                  <a:srgbClr val="FFFFFF"/>
                </a:solidFill>
                <a:latin typeface="Trebuchet MS"/>
                <a:cs typeface="Trebuchet MS"/>
              </a:rPr>
              <a:t>c</a:t>
            </a:r>
            <a:r>
              <a:rPr sz="3000" b="1" spc="95" dirty="0">
                <a:solidFill>
                  <a:srgbClr val="FFFFFF"/>
                </a:solidFill>
                <a:latin typeface="Trebuchet MS"/>
                <a:cs typeface="Trebuchet MS"/>
              </a:rPr>
              <a:t>h</a:t>
            </a:r>
            <a:r>
              <a:rPr sz="3000" b="1" spc="-35" dirty="0">
                <a:solidFill>
                  <a:srgbClr val="FFFFFF"/>
                </a:solidFill>
                <a:latin typeface="Trebuchet MS"/>
                <a:cs typeface="Trebuchet MS"/>
              </a:rPr>
              <a:t>i</a:t>
            </a:r>
            <a:r>
              <a:rPr sz="3000" b="1" spc="105" dirty="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sz="3000" b="1" spc="125" dirty="0">
                <a:solidFill>
                  <a:srgbClr val="FFFFFF"/>
                </a:solidFill>
                <a:latin typeface="Trebuchet MS"/>
                <a:cs typeface="Trebuchet MS"/>
              </a:rPr>
              <a:t>e</a:t>
            </a:r>
            <a:r>
              <a:rPr sz="3000" b="1" spc="-2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000" b="1" spc="114" dirty="0">
                <a:solidFill>
                  <a:srgbClr val="FFFFFF"/>
                </a:solidFill>
                <a:latin typeface="Trebuchet MS"/>
                <a:cs typeface="Trebuchet MS"/>
              </a:rPr>
              <a:t>L</a:t>
            </a:r>
            <a:r>
              <a:rPr sz="3000" b="1" spc="120" dirty="0">
                <a:solidFill>
                  <a:srgbClr val="FFFFFF"/>
                </a:solidFill>
                <a:latin typeface="Trebuchet MS"/>
                <a:cs typeface="Trebuchet MS"/>
              </a:rPr>
              <a:t>e</a:t>
            </a:r>
            <a:r>
              <a:rPr sz="3000" b="1" spc="225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3000" b="1" spc="-25" dirty="0">
                <a:solidFill>
                  <a:srgbClr val="FFFFFF"/>
                </a:solidFill>
                <a:latin typeface="Trebuchet MS"/>
                <a:cs typeface="Trebuchet MS"/>
              </a:rPr>
              <a:t>r</a:t>
            </a:r>
            <a:r>
              <a:rPr sz="3000" b="1" spc="105" dirty="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sz="3000" b="1" spc="-35" dirty="0">
                <a:solidFill>
                  <a:srgbClr val="FFFFFF"/>
                </a:solidFill>
                <a:latin typeface="Trebuchet MS"/>
                <a:cs typeface="Trebuchet MS"/>
              </a:rPr>
              <a:t>i</a:t>
            </a:r>
            <a:r>
              <a:rPr sz="3000" b="1" spc="105" dirty="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sz="3000" b="1" spc="330" dirty="0">
                <a:solidFill>
                  <a:srgbClr val="FFFFFF"/>
                </a:solidFill>
                <a:latin typeface="Trebuchet MS"/>
                <a:cs typeface="Trebuchet MS"/>
              </a:rPr>
              <a:t>g  </a:t>
            </a:r>
            <a:r>
              <a:rPr sz="3000" b="1" spc="175" dirty="0">
                <a:solidFill>
                  <a:srgbClr val="FFFFFF"/>
                </a:solidFill>
                <a:latin typeface="Trebuchet MS"/>
                <a:cs typeface="Trebuchet MS"/>
              </a:rPr>
              <a:t>Specialists</a:t>
            </a:r>
            <a:endParaRPr sz="3000">
              <a:latin typeface="Trebuchet MS"/>
              <a:cs typeface="Trebuchet MS"/>
            </a:endParaRPr>
          </a:p>
          <a:p>
            <a:pPr marL="1082675" marR="631190" indent="-381635">
              <a:lnSpc>
                <a:spcPct val="116700"/>
              </a:lnSpc>
              <a:spcBef>
                <a:spcPts val="2370"/>
              </a:spcBef>
            </a:pPr>
            <a:r>
              <a:rPr sz="1500" spc="-5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1500" spc="75" dirty="0">
                <a:solidFill>
                  <a:srgbClr val="FFFFFF"/>
                </a:solidFill>
                <a:latin typeface="Verdana"/>
                <a:cs typeface="Verdana"/>
              </a:rPr>
              <a:t>ee</a:t>
            </a:r>
            <a:r>
              <a:rPr sz="1500" spc="125" dirty="0">
                <a:solidFill>
                  <a:srgbClr val="FFFFFF"/>
                </a:solidFill>
                <a:latin typeface="Verdana"/>
                <a:cs typeface="Verdana"/>
              </a:rPr>
              <a:t>p</a:t>
            </a:r>
            <a:r>
              <a:rPr sz="1500" spc="40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1500" spc="50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1500" spc="45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1500" spc="50" dirty="0">
                <a:solidFill>
                  <a:srgbClr val="FFFFFF"/>
                </a:solidFill>
                <a:latin typeface="Verdana"/>
                <a:cs typeface="Verdana"/>
              </a:rPr>
              <a:t>h</a:t>
            </a:r>
            <a:r>
              <a:rPr sz="1500" spc="45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1500" spc="-1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500" spc="1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1500" spc="50" dirty="0">
                <a:solidFill>
                  <a:srgbClr val="FFFFFF"/>
                </a:solidFill>
                <a:latin typeface="Verdana"/>
                <a:cs typeface="Verdana"/>
              </a:rPr>
              <a:t>h</a:t>
            </a:r>
            <a:r>
              <a:rPr sz="1500" spc="40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1500" spc="-15" dirty="0">
                <a:solidFill>
                  <a:srgbClr val="FFFFFF"/>
                </a:solidFill>
                <a:latin typeface="Verdana"/>
                <a:cs typeface="Verdana"/>
              </a:rPr>
              <a:t>k</a:t>
            </a:r>
            <a:r>
              <a:rPr sz="1500" spc="40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1500" spc="15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1500" spc="-1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500" spc="-25" dirty="0">
                <a:solidFill>
                  <a:srgbClr val="FFFFFF"/>
                </a:solidFill>
                <a:latin typeface="Verdana"/>
                <a:cs typeface="Verdana"/>
              </a:rPr>
              <a:t>&amp;  </a:t>
            </a:r>
            <a:r>
              <a:rPr sz="1500" spc="70" dirty="0">
                <a:solidFill>
                  <a:srgbClr val="FFFFFF"/>
                </a:solidFill>
                <a:latin typeface="Verdana"/>
                <a:cs typeface="Verdana"/>
              </a:rPr>
              <a:t>Madhusudan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3906081" y="6999217"/>
            <a:ext cx="1944370" cy="30607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800" spc="20" dirty="0">
                <a:solidFill>
                  <a:srgbClr val="FFFFFF"/>
                </a:solidFill>
                <a:latin typeface="Verdana"/>
                <a:cs typeface="Verdana"/>
              </a:rPr>
              <a:t>Ar</a:t>
            </a:r>
            <a:r>
              <a:rPr sz="1800" spc="65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1800" spc="70" dirty="0">
                <a:solidFill>
                  <a:srgbClr val="FFFFFF"/>
                </a:solidFill>
                <a:latin typeface="Verdana"/>
                <a:cs typeface="Verdana"/>
              </a:rPr>
              <a:t>h</a:t>
            </a:r>
            <a:r>
              <a:rPr sz="1800" spc="160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1800" spc="100" dirty="0">
                <a:solidFill>
                  <a:srgbClr val="FFFFFF"/>
                </a:solidFill>
                <a:latin typeface="Verdana"/>
                <a:cs typeface="Verdana"/>
              </a:rPr>
              <a:t>ee</a:t>
            </a:r>
            <a:r>
              <a:rPr sz="1800" spc="165" dirty="0">
                <a:solidFill>
                  <a:srgbClr val="FFFFFF"/>
                </a:solidFill>
                <a:latin typeface="Verdana"/>
                <a:cs typeface="Verdana"/>
              </a:rPr>
              <a:t>p</a:t>
            </a:r>
            <a:r>
              <a:rPr sz="1800" spc="-1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3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1800" spc="-15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1800" spc="70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1800" spc="130" dirty="0">
                <a:solidFill>
                  <a:srgbClr val="FFFFFF"/>
                </a:solidFill>
                <a:latin typeface="Verdana"/>
                <a:cs typeface="Verdana"/>
              </a:rPr>
              <a:t>g</a:t>
            </a:r>
            <a:r>
              <a:rPr sz="1800" spc="75" dirty="0">
                <a:solidFill>
                  <a:srgbClr val="FFFFFF"/>
                </a:solidFill>
                <a:latin typeface="Verdana"/>
                <a:cs typeface="Verdana"/>
              </a:rPr>
              <a:t>h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108400" y="1233007"/>
            <a:ext cx="12937490" cy="384175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9950" b="1" spc="345" dirty="0">
                <a:solidFill>
                  <a:srgbClr val="FFFFFF"/>
                </a:solidFill>
                <a:latin typeface="Trebuchet MS"/>
                <a:cs typeface="Trebuchet MS"/>
              </a:rPr>
              <a:t>P</a:t>
            </a:r>
            <a:r>
              <a:rPr sz="9950" b="1" spc="765" dirty="0">
                <a:solidFill>
                  <a:srgbClr val="FFFFFF"/>
                </a:solidFill>
                <a:latin typeface="Trebuchet MS"/>
                <a:cs typeface="Trebuchet MS"/>
              </a:rPr>
              <a:t>R</a:t>
            </a:r>
            <a:r>
              <a:rPr sz="9950" b="1" spc="260" dirty="0">
                <a:solidFill>
                  <a:srgbClr val="FFFFFF"/>
                </a:solidFill>
                <a:latin typeface="Trebuchet MS"/>
                <a:cs typeface="Trebuchet MS"/>
              </a:rPr>
              <a:t>O</a:t>
            </a:r>
            <a:r>
              <a:rPr sz="9950" b="1" spc="-295" dirty="0">
                <a:solidFill>
                  <a:srgbClr val="FFFFFF"/>
                </a:solidFill>
                <a:latin typeface="Trebuchet MS"/>
                <a:cs typeface="Trebuchet MS"/>
              </a:rPr>
              <a:t>J</a:t>
            </a:r>
            <a:r>
              <a:rPr sz="9950" b="1" spc="295" dirty="0">
                <a:solidFill>
                  <a:srgbClr val="FFFFFF"/>
                </a:solidFill>
                <a:latin typeface="Trebuchet MS"/>
                <a:cs typeface="Trebuchet MS"/>
              </a:rPr>
              <a:t>E</a:t>
            </a:r>
            <a:r>
              <a:rPr sz="9950" b="1" spc="450" dirty="0">
                <a:solidFill>
                  <a:srgbClr val="FFFFFF"/>
                </a:solidFill>
                <a:latin typeface="Trebuchet MS"/>
                <a:cs typeface="Trebuchet MS"/>
              </a:rPr>
              <a:t>C</a:t>
            </a:r>
            <a:r>
              <a:rPr sz="9950" b="1" spc="145" dirty="0">
                <a:solidFill>
                  <a:srgbClr val="FFFFFF"/>
                </a:solidFill>
                <a:latin typeface="Trebuchet MS"/>
                <a:cs typeface="Trebuchet MS"/>
              </a:rPr>
              <a:t>T</a:t>
            </a:r>
            <a:r>
              <a:rPr sz="9950" b="1" spc="-75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9950" b="1" spc="260" dirty="0">
                <a:solidFill>
                  <a:srgbClr val="FFFFFF"/>
                </a:solidFill>
                <a:latin typeface="Trebuchet MS"/>
                <a:cs typeface="Trebuchet MS"/>
              </a:rPr>
              <a:t>O</a:t>
            </a:r>
            <a:r>
              <a:rPr sz="9950" b="1" spc="650" dirty="0">
                <a:solidFill>
                  <a:srgbClr val="FFFFFF"/>
                </a:solidFill>
                <a:latin typeface="Trebuchet MS"/>
                <a:cs typeface="Trebuchet MS"/>
              </a:rPr>
              <a:t>U</a:t>
            </a:r>
            <a:r>
              <a:rPr sz="9950" b="1" spc="140" dirty="0">
                <a:solidFill>
                  <a:srgbClr val="FFFFFF"/>
                </a:solidFill>
                <a:latin typeface="Trebuchet MS"/>
                <a:cs typeface="Trebuchet MS"/>
              </a:rPr>
              <a:t>T</a:t>
            </a:r>
            <a:r>
              <a:rPr sz="9950" b="1" spc="450" dirty="0">
                <a:solidFill>
                  <a:srgbClr val="FFFFFF"/>
                </a:solidFill>
                <a:latin typeface="Trebuchet MS"/>
                <a:cs typeface="Trebuchet MS"/>
              </a:rPr>
              <a:t>C</a:t>
            </a:r>
            <a:r>
              <a:rPr sz="9950" b="1" spc="260" dirty="0">
                <a:solidFill>
                  <a:srgbClr val="FFFFFF"/>
                </a:solidFill>
                <a:latin typeface="Trebuchet MS"/>
                <a:cs typeface="Trebuchet MS"/>
              </a:rPr>
              <a:t>O</a:t>
            </a:r>
            <a:r>
              <a:rPr sz="9950" b="1" spc="1110" dirty="0">
                <a:solidFill>
                  <a:srgbClr val="FFFFFF"/>
                </a:solidFill>
                <a:latin typeface="Trebuchet MS"/>
                <a:cs typeface="Trebuchet MS"/>
              </a:rPr>
              <a:t>M</a:t>
            </a:r>
            <a:r>
              <a:rPr sz="9950" b="1" spc="295" dirty="0">
                <a:solidFill>
                  <a:srgbClr val="FFFFFF"/>
                </a:solidFill>
                <a:latin typeface="Trebuchet MS"/>
                <a:cs typeface="Trebuchet MS"/>
              </a:rPr>
              <a:t>E</a:t>
            </a:r>
            <a:r>
              <a:rPr sz="9950" b="1" spc="1075" dirty="0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endParaRPr sz="9950">
              <a:latin typeface="Trebuchet MS"/>
              <a:cs typeface="Trebuchet MS"/>
            </a:endParaRPr>
          </a:p>
          <a:p>
            <a:pPr marL="4155440" marR="881380">
              <a:lnSpc>
                <a:spcPct val="115599"/>
              </a:lnSpc>
              <a:spcBef>
                <a:spcPts val="1420"/>
              </a:spcBef>
            </a:pPr>
            <a:r>
              <a:rPr sz="2000" spc="65" dirty="0">
                <a:latin typeface="Verdana"/>
                <a:cs typeface="Verdana"/>
              </a:rPr>
              <a:t>Stock</a:t>
            </a:r>
            <a:r>
              <a:rPr sz="2000" spc="-175" dirty="0">
                <a:latin typeface="Verdana"/>
                <a:cs typeface="Verdana"/>
              </a:rPr>
              <a:t> </a:t>
            </a:r>
            <a:r>
              <a:rPr sz="2000" spc="50" dirty="0">
                <a:latin typeface="Verdana"/>
                <a:cs typeface="Verdana"/>
              </a:rPr>
              <a:t>market</a:t>
            </a:r>
            <a:r>
              <a:rPr sz="2000" spc="-170" dirty="0">
                <a:latin typeface="Verdana"/>
                <a:cs typeface="Verdana"/>
              </a:rPr>
              <a:t> </a:t>
            </a:r>
            <a:r>
              <a:rPr sz="2000" spc="15" dirty="0">
                <a:latin typeface="Verdana"/>
                <a:cs typeface="Verdana"/>
              </a:rPr>
              <a:t>analysis</a:t>
            </a:r>
            <a:r>
              <a:rPr sz="2000" spc="-170" dirty="0">
                <a:latin typeface="Verdana"/>
                <a:cs typeface="Verdana"/>
              </a:rPr>
              <a:t> </a:t>
            </a:r>
            <a:r>
              <a:rPr sz="2000" spc="40" dirty="0">
                <a:latin typeface="Verdana"/>
                <a:cs typeface="Verdana"/>
              </a:rPr>
              <a:t>by</a:t>
            </a:r>
            <a:r>
              <a:rPr sz="2000" spc="-170" dirty="0">
                <a:latin typeface="Verdana"/>
                <a:cs typeface="Verdana"/>
              </a:rPr>
              <a:t> </a:t>
            </a:r>
            <a:r>
              <a:rPr sz="2000" spc="75" dirty="0">
                <a:latin typeface="Verdana"/>
                <a:cs typeface="Verdana"/>
              </a:rPr>
              <a:t>machine</a:t>
            </a:r>
            <a:r>
              <a:rPr sz="2000" spc="-175" dirty="0">
                <a:latin typeface="Verdana"/>
                <a:cs typeface="Verdana"/>
              </a:rPr>
              <a:t> </a:t>
            </a:r>
            <a:r>
              <a:rPr sz="2000" spc="40" dirty="0">
                <a:latin typeface="Verdana"/>
                <a:cs typeface="Verdana"/>
              </a:rPr>
              <a:t>learning</a:t>
            </a:r>
            <a:r>
              <a:rPr sz="2000" spc="-170" dirty="0">
                <a:latin typeface="Verdana"/>
                <a:cs typeface="Verdana"/>
              </a:rPr>
              <a:t> </a:t>
            </a:r>
            <a:r>
              <a:rPr sz="2000" spc="35" dirty="0">
                <a:latin typeface="Verdana"/>
                <a:cs typeface="Verdana"/>
              </a:rPr>
              <a:t>models,</a:t>
            </a:r>
            <a:r>
              <a:rPr sz="2000" spc="-170" dirty="0">
                <a:latin typeface="Verdana"/>
                <a:cs typeface="Verdana"/>
              </a:rPr>
              <a:t> </a:t>
            </a:r>
            <a:r>
              <a:rPr sz="2000" spc="35" dirty="0">
                <a:latin typeface="Verdana"/>
                <a:cs typeface="Verdana"/>
              </a:rPr>
              <a:t>industry </a:t>
            </a:r>
            <a:r>
              <a:rPr sz="2000" spc="-690" dirty="0">
                <a:latin typeface="Verdana"/>
                <a:cs typeface="Verdana"/>
              </a:rPr>
              <a:t> </a:t>
            </a:r>
            <a:r>
              <a:rPr sz="2000" spc="95" dirty="0">
                <a:latin typeface="Verdana"/>
                <a:cs typeface="Verdana"/>
              </a:rPr>
              <a:t>centric </a:t>
            </a:r>
            <a:r>
              <a:rPr sz="2000" spc="85" dirty="0">
                <a:latin typeface="Verdana"/>
                <a:cs typeface="Verdana"/>
              </a:rPr>
              <a:t>stock </a:t>
            </a:r>
            <a:r>
              <a:rPr sz="2000" spc="80" dirty="0">
                <a:latin typeface="Verdana"/>
                <a:cs typeface="Verdana"/>
              </a:rPr>
              <a:t>recommendations </a:t>
            </a:r>
            <a:r>
              <a:rPr sz="2000" spc="85" dirty="0">
                <a:latin typeface="Verdana"/>
                <a:cs typeface="Verdana"/>
              </a:rPr>
              <a:t>and </a:t>
            </a:r>
            <a:r>
              <a:rPr sz="2000" spc="75" dirty="0">
                <a:latin typeface="Verdana"/>
                <a:cs typeface="Verdana"/>
              </a:rPr>
              <a:t>decision </a:t>
            </a:r>
            <a:r>
              <a:rPr sz="2000" spc="45" dirty="0">
                <a:latin typeface="Verdana"/>
                <a:cs typeface="Verdana"/>
              </a:rPr>
              <a:t>making </a:t>
            </a:r>
            <a:r>
              <a:rPr sz="2000" spc="50" dirty="0">
                <a:latin typeface="Verdana"/>
                <a:cs typeface="Verdana"/>
              </a:rPr>
              <a:t> </a:t>
            </a:r>
            <a:r>
              <a:rPr sz="2000" spc="35" dirty="0">
                <a:latin typeface="Verdana"/>
                <a:cs typeface="Verdana"/>
              </a:rPr>
              <a:t>capabilities.</a:t>
            </a:r>
            <a:endParaRPr sz="2000">
              <a:latin typeface="Verdana"/>
              <a:cs typeface="Verdana"/>
            </a:endParaRPr>
          </a:p>
          <a:p>
            <a:pPr marL="4155440" marR="858519">
              <a:lnSpc>
                <a:spcPct val="115599"/>
              </a:lnSpc>
            </a:pPr>
            <a:r>
              <a:rPr sz="2000" spc="20" dirty="0">
                <a:latin typeface="Verdana"/>
                <a:cs typeface="Verdana"/>
              </a:rPr>
              <a:t>Real</a:t>
            </a:r>
            <a:r>
              <a:rPr sz="2000" spc="-165" dirty="0">
                <a:latin typeface="Verdana"/>
                <a:cs typeface="Verdana"/>
              </a:rPr>
              <a:t> </a:t>
            </a:r>
            <a:r>
              <a:rPr sz="2000" spc="60" dirty="0">
                <a:latin typeface="Verdana"/>
                <a:cs typeface="Verdana"/>
              </a:rPr>
              <a:t>time</a:t>
            </a:r>
            <a:r>
              <a:rPr sz="2000" spc="-165" dirty="0">
                <a:latin typeface="Verdana"/>
                <a:cs typeface="Verdana"/>
              </a:rPr>
              <a:t> </a:t>
            </a:r>
            <a:r>
              <a:rPr sz="2000" spc="85" dirty="0">
                <a:latin typeface="Verdana"/>
                <a:cs typeface="Verdana"/>
              </a:rPr>
              <a:t>updates</a:t>
            </a:r>
            <a:r>
              <a:rPr sz="2000" spc="-165" dirty="0">
                <a:latin typeface="Verdana"/>
                <a:cs typeface="Verdana"/>
              </a:rPr>
              <a:t> </a:t>
            </a:r>
            <a:r>
              <a:rPr sz="2000" spc="114" dirty="0">
                <a:latin typeface="Verdana"/>
                <a:cs typeface="Verdana"/>
              </a:rPr>
              <a:t>of</a:t>
            </a:r>
            <a:r>
              <a:rPr sz="2000" spc="-165" dirty="0">
                <a:latin typeface="Verdana"/>
                <a:cs typeface="Verdana"/>
              </a:rPr>
              <a:t> </a:t>
            </a:r>
            <a:r>
              <a:rPr sz="2000" spc="75" dirty="0">
                <a:latin typeface="Verdana"/>
                <a:cs typeface="Verdana"/>
              </a:rPr>
              <a:t>the</a:t>
            </a:r>
            <a:r>
              <a:rPr sz="2000" spc="-165" dirty="0">
                <a:latin typeface="Verdana"/>
                <a:cs typeface="Verdana"/>
              </a:rPr>
              <a:t> </a:t>
            </a:r>
            <a:r>
              <a:rPr sz="2000" spc="50" dirty="0">
                <a:latin typeface="Verdana"/>
                <a:cs typeface="Verdana"/>
              </a:rPr>
              <a:t>system</a:t>
            </a:r>
            <a:r>
              <a:rPr sz="2000" spc="-165" dirty="0">
                <a:latin typeface="Verdana"/>
                <a:cs typeface="Verdana"/>
              </a:rPr>
              <a:t> </a:t>
            </a:r>
            <a:r>
              <a:rPr sz="2000" spc="45" dirty="0">
                <a:latin typeface="Verdana"/>
                <a:cs typeface="Verdana"/>
              </a:rPr>
              <a:t>as</a:t>
            </a:r>
            <a:r>
              <a:rPr sz="2000" spc="-165" dirty="0">
                <a:latin typeface="Verdana"/>
                <a:cs typeface="Verdana"/>
              </a:rPr>
              <a:t> </a:t>
            </a:r>
            <a:r>
              <a:rPr sz="2000" spc="45" dirty="0">
                <a:latin typeface="Verdana"/>
                <a:cs typeface="Verdana"/>
              </a:rPr>
              <a:t>a</a:t>
            </a:r>
            <a:r>
              <a:rPr sz="2000" spc="-165" dirty="0">
                <a:latin typeface="Verdana"/>
                <a:cs typeface="Verdana"/>
              </a:rPr>
              <a:t> </a:t>
            </a:r>
            <a:r>
              <a:rPr sz="2000" spc="65" dirty="0">
                <a:latin typeface="Verdana"/>
                <a:cs typeface="Verdana"/>
              </a:rPr>
              <a:t>dynamic</a:t>
            </a:r>
            <a:r>
              <a:rPr sz="2000" spc="-160" dirty="0">
                <a:latin typeface="Verdana"/>
                <a:cs typeface="Verdana"/>
              </a:rPr>
              <a:t> </a:t>
            </a:r>
            <a:r>
              <a:rPr sz="2000" spc="65" dirty="0">
                <a:latin typeface="Verdana"/>
                <a:cs typeface="Verdana"/>
              </a:rPr>
              <a:t>tool</a:t>
            </a:r>
            <a:r>
              <a:rPr sz="2000" spc="-165" dirty="0">
                <a:latin typeface="Verdana"/>
                <a:cs typeface="Verdana"/>
              </a:rPr>
              <a:t> </a:t>
            </a:r>
            <a:r>
              <a:rPr sz="2000" spc="75" dirty="0">
                <a:latin typeface="Verdana"/>
                <a:cs typeface="Verdana"/>
              </a:rPr>
              <a:t>adapting </a:t>
            </a:r>
            <a:r>
              <a:rPr sz="2000" spc="-690" dirty="0">
                <a:latin typeface="Verdana"/>
                <a:cs typeface="Verdana"/>
              </a:rPr>
              <a:t> </a:t>
            </a:r>
            <a:r>
              <a:rPr sz="2000" spc="95" dirty="0">
                <a:latin typeface="Verdana"/>
                <a:cs typeface="Verdana"/>
              </a:rPr>
              <a:t>to </a:t>
            </a:r>
            <a:r>
              <a:rPr sz="2000" spc="80" dirty="0">
                <a:latin typeface="Verdana"/>
                <a:cs typeface="Verdana"/>
              </a:rPr>
              <a:t>changing </a:t>
            </a:r>
            <a:r>
              <a:rPr sz="2000" spc="50" dirty="0">
                <a:latin typeface="Verdana"/>
                <a:cs typeface="Verdana"/>
              </a:rPr>
              <a:t>market </a:t>
            </a:r>
            <a:r>
              <a:rPr sz="2000" spc="75" dirty="0">
                <a:latin typeface="Verdana"/>
                <a:cs typeface="Verdana"/>
              </a:rPr>
              <a:t>trends </a:t>
            </a:r>
            <a:r>
              <a:rPr sz="2000" spc="85" dirty="0">
                <a:latin typeface="Verdana"/>
                <a:cs typeface="Verdana"/>
              </a:rPr>
              <a:t>and </a:t>
            </a:r>
            <a:r>
              <a:rPr sz="2000" spc="80" dirty="0">
                <a:latin typeface="Verdana"/>
                <a:cs typeface="Verdana"/>
              </a:rPr>
              <a:t>effective </a:t>
            </a:r>
            <a:r>
              <a:rPr sz="2000" spc="50" dirty="0">
                <a:latin typeface="Verdana"/>
                <a:cs typeface="Verdana"/>
              </a:rPr>
              <a:t>investment </a:t>
            </a:r>
            <a:r>
              <a:rPr sz="2000" spc="55" dirty="0">
                <a:latin typeface="Verdana"/>
                <a:cs typeface="Verdana"/>
              </a:rPr>
              <a:t> </a:t>
            </a:r>
            <a:r>
              <a:rPr sz="2000" spc="100" dirty="0">
                <a:latin typeface="Verdana"/>
                <a:cs typeface="Verdana"/>
              </a:rPr>
              <a:t>choices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4540986" y="7238189"/>
            <a:ext cx="3881120" cy="1519555"/>
          </a:xfrm>
          <a:custGeom>
            <a:avLst/>
            <a:gdLst/>
            <a:ahLst/>
            <a:cxnLst/>
            <a:rect l="l" t="t" r="r" b="b"/>
            <a:pathLst>
              <a:path w="3881120" h="1519554">
                <a:moveTo>
                  <a:pt x="3396819" y="1519182"/>
                </a:moveTo>
                <a:lnTo>
                  <a:pt x="485770" y="1519182"/>
                </a:lnTo>
                <a:lnTo>
                  <a:pt x="438991" y="1516958"/>
                </a:lnTo>
                <a:lnTo>
                  <a:pt x="393466" y="1510423"/>
                </a:lnTo>
                <a:lnTo>
                  <a:pt x="349402" y="1499779"/>
                </a:lnTo>
                <a:lnTo>
                  <a:pt x="307004" y="1485231"/>
                </a:lnTo>
                <a:lnTo>
                  <a:pt x="266475" y="1466981"/>
                </a:lnTo>
                <a:lnTo>
                  <a:pt x="228018" y="1445234"/>
                </a:lnTo>
                <a:lnTo>
                  <a:pt x="191838" y="1420194"/>
                </a:lnTo>
                <a:lnTo>
                  <a:pt x="158137" y="1392063"/>
                </a:lnTo>
                <a:lnTo>
                  <a:pt x="127119" y="1361045"/>
                </a:lnTo>
                <a:lnTo>
                  <a:pt x="98988" y="1327344"/>
                </a:lnTo>
                <a:lnTo>
                  <a:pt x="73947" y="1291163"/>
                </a:lnTo>
                <a:lnTo>
                  <a:pt x="52200" y="1252706"/>
                </a:lnTo>
                <a:lnTo>
                  <a:pt x="33951" y="1212177"/>
                </a:lnTo>
                <a:lnTo>
                  <a:pt x="19402" y="1169779"/>
                </a:lnTo>
                <a:lnTo>
                  <a:pt x="8759" y="1125715"/>
                </a:lnTo>
                <a:lnTo>
                  <a:pt x="2223" y="1080190"/>
                </a:lnTo>
                <a:lnTo>
                  <a:pt x="0" y="1033407"/>
                </a:lnTo>
                <a:lnTo>
                  <a:pt x="0" y="485774"/>
                </a:lnTo>
                <a:lnTo>
                  <a:pt x="2223" y="438991"/>
                </a:lnTo>
                <a:lnTo>
                  <a:pt x="8759" y="393466"/>
                </a:lnTo>
                <a:lnTo>
                  <a:pt x="19402" y="349402"/>
                </a:lnTo>
                <a:lnTo>
                  <a:pt x="33951" y="307004"/>
                </a:lnTo>
                <a:lnTo>
                  <a:pt x="52200" y="266475"/>
                </a:lnTo>
                <a:lnTo>
                  <a:pt x="73947" y="228018"/>
                </a:lnTo>
                <a:lnTo>
                  <a:pt x="98988" y="191838"/>
                </a:lnTo>
                <a:lnTo>
                  <a:pt x="127119" y="158137"/>
                </a:lnTo>
                <a:lnTo>
                  <a:pt x="158137" y="127119"/>
                </a:lnTo>
                <a:lnTo>
                  <a:pt x="191838" y="98988"/>
                </a:lnTo>
                <a:lnTo>
                  <a:pt x="228018" y="73947"/>
                </a:lnTo>
                <a:lnTo>
                  <a:pt x="266475" y="52200"/>
                </a:lnTo>
                <a:lnTo>
                  <a:pt x="307004" y="33951"/>
                </a:lnTo>
                <a:lnTo>
                  <a:pt x="349402" y="19402"/>
                </a:lnTo>
                <a:lnTo>
                  <a:pt x="393466" y="8759"/>
                </a:lnTo>
                <a:lnTo>
                  <a:pt x="438991" y="2223"/>
                </a:lnTo>
                <a:lnTo>
                  <a:pt x="485774" y="0"/>
                </a:lnTo>
                <a:lnTo>
                  <a:pt x="3396815" y="0"/>
                </a:lnTo>
                <a:lnTo>
                  <a:pt x="3443598" y="2223"/>
                </a:lnTo>
                <a:lnTo>
                  <a:pt x="3489124" y="8759"/>
                </a:lnTo>
                <a:lnTo>
                  <a:pt x="3533187" y="19402"/>
                </a:lnTo>
                <a:lnTo>
                  <a:pt x="3575585" y="33951"/>
                </a:lnTo>
                <a:lnTo>
                  <a:pt x="3616114" y="52200"/>
                </a:lnTo>
                <a:lnTo>
                  <a:pt x="3654571" y="73947"/>
                </a:lnTo>
                <a:lnTo>
                  <a:pt x="3690752" y="98988"/>
                </a:lnTo>
                <a:lnTo>
                  <a:pt x="3724453" y="127119"/>
                </a:lnTo>
                <a:lnTo>
                  <a:pt x="3755471" y="158137"/>
                </a:lnTo>
                <a:lnTo>
                  <a:pt x="3783602" y="191838"/>
                </a:lnTo>
                <a:lnTo>
                  <a:pt x="3808642" y="228018"/>
                </a:lnTo>
                <a:lnTo>
                  <a:pt x="3830389" y="266475"/>
                </a:lnTo>
                <a:lnTo>
                  <a:pt x="3848639" y="307004"/>
                </a:lnTo>
                <a:lnTo>
                  <a:pt x="3863187" y="349402"/>
                </a:lnTo>
                <a:lnTo>
                  <a:pt x="3873831" y="393466"/>
                </a:lnTo>
                <a:lnTo>
                  <a:pt x="3880366" y="438991"/>
                </a:lnTo>
                <a:lnTo>
                  <a:pt x="3881036" y="453077"/>
                </a:lnTo>
                <a:lnTo>
                  <a:pt x="3881036" y="1066104"/>
                </a:lnTo>
                <a:lnTo>
                  <a:pt x="3873831" y="1125715"/>
                </a:lnTo>
                <a:lnTo>
                  <a:pt x="3863187" y="1169779"/>
                </a:lnTo>
                <a:lnTo>
                  <a:pt x="3848639" y="1212177"/>
                </a:lnTo>
                <a:lnTo>
                  <a:pt x="3830389" y="1252706"/>
                </a:lnTo>
                <a:lnTo>
                  <a:pt x="3808642" y="1291163"/>
                </a:lnTo>
                <a:lnTo>
                  <a:pt x="3783602" y="1327344"/>
                </a:lnTo>
                <a:lnTo>
                  <a:pt x="3755471" y="1361045"/>
                </a:lnTo>
                <a:lnTo>
                  <a:pt x="3724453" y="1392063"/>
                </a:lnTo>
                <a:lnTo>
                  <a:pt x="3690752" y="1420194"/>
                </a:lnTo>
                <a:lnTo>
                  <a:pt x="3654571" y="1445234"/>
                </a:lnTo>
                <a:lnTo>
                  <a:pt x="3616114" y="1466981"/>
                </a:lnTo>
                <a:lnTo>
                  <a:pt x="3575585" y="1485231"/>
                </a:lnTo>
                <a:lnTo>
                  <a:pt x="3533187" y="1499779"/>
                </a:lnTo>
                <a:lnTo>
                  <a:pt x="3489124" y="1510423"/>
                </a:lnTo>
                <a:lnTo>
                  <a:pt x="3443598" y="1516958"/>
                </a:lnTo>
                <a:lnTo>
                  <a:pt x="3396819" y="151918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4892880" y="7392675"/>
            <a:ext cx="2900045" cy="84772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61594">
              <a:lnSpc>
                <a:spcPct val="100000"/>
              </a:lnSpc>
              <a:spcBef>
                <a:spcPts val="130"/>
              </a:spcBef>
            </a:pPr>
            <a:r>
              <a:rPr sz="2800" b="1" spc="-40" dirty="0">
                <a:solidFill>
                  <a:srgbClr val="0986DE"/>
                </a:solidFill>
                <a:latin typeface="Trebuchet MS"/>
                <a:cs typeface="Trebuchet MS"/>
              </a:rPr>
              <a:t>Fi</a:t>
            </a:r>
            <a:r>
              <a:rPr sz="2800" b="1" spc="160" dirty="0">
                <a:solidFill>
                  <a:srgbClr val="0986DE"/>
                </a:solidFill>
                <a:latin typeface="Trebuchet MS"/>
                <a:cs typeface="Trebuchet MS"/>
              </a:rPr>
              <a:t>na</a:t>
            </a:r>
            <a:r>
              <a:rPr sz="2800" b="1" spc="150" dirty="0">
                <a:solidFill>
                  <a:srgbClr val="0986DE"/>
                </a:solidFill>
                <a:latin typeface="Trebuchet MS"/>
                <a:cs typeface="Trebuchet MS"/>
              </a:rPr>
              <a:t>nc</a:t>
            </a:r>
            <a:r>
              <a:rPr sz="2800" b="1" spc="114" dirty="0">
                <a:solidFill>
                  <a:srgbClr val="0986DE"/>
                </a:solidFill>
                <a:latin typeface="Trebuchet MS"/>
                <a:cs typeface="Trebuchet MS"/>
              </a:rPr>
              <a:t>e</a:t>
            </a:r>
            <a:r>
              <a:rPr sz="2800" b="1" spc="-210" dirty="0">
                <a:solidFill>
                  <a:srgbClr val="0986DE"/>
                </a:solidFill>
                <a:latin typeface="Trebuchet MS"/>
                <a:cs typeface="Trebuchet MS"/>
              </a:rPr>
              <a:t> </a:t>
            </a:r>
            <a:r>
              <a:rPr sz="2800" b="1" spc="125" dirty="0">
                <a:solidFill>
                  <a:srgbClr val="0986DE"/>
                </a:solidFill>
                <a:latin typeface="Trebuchet MS"/>
                <a:cs typeface="Trebuchet MS"/>
              </a:rPr>
              <a:t>A</a:t>
            </a:r>
            <a:r>
              <a:rPr sz="2800" b="1" spc="160" dirty="0">
                <a:solidFill>
                  <a:srgbClr val="0986DE"/>
                </a:solidFill>
                <a:latin typeface="Trebuchet MS"/>
                <a:cs typeface="Trebuchet MS"/>
              </a:rPr>
              <a:t>na</a:t>
            </a:r>
            <a:r>
              <a:rPr sz="2800" b="1" spc="200" dirty="0">
                <a:solidFill>
                  <a:srgbClr val="0986DE"/>
                </a:solidFill>
                <a:latin typeface="Trebuchet MS"/>
                <a:cs typeface="Trebuchet MS"/>
              </a:rPr>
              <a:t>l</a:t>
            </a:r>
            <a:r>
              <a:rPr sz="2800" b="1" spc="50" dirty="0">
                <a:solidFill>
                  <a:srgbClr val="0986DE"/>
                </a:solidFill>
                <a:latin typeface="Trebuchet MS"/>
                <a:cs typeface="Trebuchet MS"/>
              </a:rPr>
              <a:t>y</a:t>
            </a:r>
            <a:r>
              <a:rPr sz="2800" b="1" spc="285" dirty="0">
                <a:solidFill>
                  <a:srgbClr val="0986DE"/>
                </a:solidFill>
                <a:latin typeface="Trebuchet MS"/>
                <a:cs typeface="Trebuchet MS"/>
              </a:rPr>
              <a:t>s</a:t>
            </a:r>
            <a:r>
              <a:rPr sz="2800" b="1" spc="90" dirty="0">
                <a:solidFill>
                  <a:srgbClr val="0986DE"/>
                </a:solidFill>
                <a:latin typeface="Trebuchet MS"/>
                <a:cs typeface="Trebuchet MS"/>
              </a:rPr>
              <a:t>t</a:t>
            </a:r>
            <a:endParaRPr sz="2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280"/>
              </a:spcBef>
            </a:pPr>
            <a:r>
              <a:rPr sz="1500" spc="20" dirty="0">
                <a:latin typeface="Verdana"/>
                <a:cs typeface="Verdana"/>
              </a:rPr>
              <a:t>A</a:t>
            </a:r>
            <a:r>
              <a:rPr sz="1500" spc="-110" dirty="0">
                <a:latin typeface="Verdana"/>
                <a:cs typeface="Verdana"/>
              </a:rPr>
              <a:t>j</a:t>
            </a:r>
            <a:r>
              <a:rPr sz="1500" spc="35" dirty="0">
                <a:latin typeface="Verdana"/>
                <a:cs typeface="Verdana"/>
              </a:rPr>
              <a:t>a</a:t>
            </a:r>
            <a:r>
              <a:rPr sz="1500" spc="-30" dirty="0">
                <a:latin typeface="Verdana"/>
                <a:cs typeface="Verdana"/>
              </a:rPr>
              <a:t>yv</a:t>
            </a:r>
            <a:r>
              <a:rPr sz="1500" spc="65" dirty="0">
                <a:latin typeface="Verdana"/>
                <a:cs typeface="Verdana"/>
              </a:rPr>
              <a:t>ee</a:t>
            </a:r>
            <a:r>
              <a:rPr sz="1500" spc="20" dirty="0">
                <a:latin typeface="Verdana"/>
                <a:cs typeface="Verdana"/>
              </a:rPr>
              <a:t>r</a:t>
            </a:r>
            <a:r>
              <a:rPr sz="1500" spc="-155" dirty="0">
                <a:latin typeface="Verdana"/>
                <a:cs typeface="Verdana"/>
              </a:rPr>
              <a:t> </a:t>
            </a:r>
            <a:r>
              <a:rPr sz="1500" spc="-50" dirty="0">
                <a:latin typeface="Verdana"/>
                <a:cs typeface="Verdana"/>
              </a:rPr>
              <a:t>S</a:t>
            </a:r>
            <a:r>
              <a:rPr sz="1500" spc="-5" dirty="0">
                <a:latin typeface="Verdana"/>
                <a:cs typeface="Verdana"/>
              </a:rPr>
              <a:t>i</a:t>
            </a:r>
            <a:r>
              <a:rPr sz="1500" spc="40" dirty="0">
                <a:latin typeface="Verdana"/>
                <a:cs typeface="Verdana"/>
              </a:rPr>
              <a:t>n</a:t>
            </a:r>
            <a:r>
              <a:rPr sz="1500" spc="85" dirty="0">
                <a:latin typeface="Verdana"/>
                <a:cs typeface="Verdana"/>
              </a:rPr>
              <a:t>g</a:t>
            </a:r>
            <a:r>
              <a:rPr sz="1500" spc="45" dirty="0">
                <a:latin typeface="Verdana"/>
                <a:cs typeface="Verdana"/>
              </a:rPr>
              <a:t>h</a:t>
            </a:r>
            <a:r>
              <a:rPr sz="1500" spc="-155" dirty="0">
                <a:latin typeface="Verdana"/>
                <a:cs typeface="Verdana"/>
              </a:rPr>
              <a:t> </a:t>
            </a:r>
            <a:r>
              <a:rPr sz="1500" spc="-5" dirty="0">
                <a:latin typeface="Verdana"/>
                <a:cs typeface="Verdana"/>
              </a:rPr>
              <a:t>D</a:t>
            </a:r>
            <a:r>
              <a:rPr sz="1500" spc="40" dirty="0">
                <a:latin typeface="Verdana"/>
                <a:cs typeface="Verdana"/>
              </a:rPr>
              <a:t>h</a:t>
            </a:r>
            <a:r>
              <a:rPr sz="1500" spc="-5" dirty="0">
                <a:latin typeface="Verdana"/>
                <a:cs typeface="Verdana"/>
              </a:rPr>
              <a:t>ill</a:t>
            </a:r>
            <a:r>
              <a:rPr sz="1500" spc="75" dirty="0">
                <a:latin typeface="Verdana"/>
                <a:cs typeface="Verdana"/>
              </a:rPr>
              <a:t>o</a:t>
            </a:r>
            <a:r>
              <a:rPr sz="1500" spc="45" dirty="0">
                <a:latin typeface="Verdana"/>
                <a:cs typeface="Verdana"/>
              </a:rPr>
              <a:t>n</a:t>
            </a:r>
            <a:endParaRPr sz="15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5573" y="289978"/>
            <a:ext cx="18152427" cy="973095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666308" y="472432"/>
            <a:ext cx="2978150" cy="6534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4100" spc="-60" dirty="0">
                <a:latin typeface="Tahoma"/>
                <a:cs typeface="Tahoma"/>
              </a:rPr>
              <a:t>W</a:t>
            </a:r>
            <a:r>
              <a:rPr sz="4100" spc="95" dirty="0">
                <a:latin typeface="Tahoma"/>
                <a:cs typeface="Tahoma"/>
              </a:rPr>
              <a:t>O</a:t>
            </a:r>
            <a:r>
              <a:rPr sz="4100" spc="-420" dirty="0">
                <a:latin typeface="Tahoma"/>
                <a:cs typeface="Tahoma"/>
              </a:rPr>
              <a:t>R</a:t>
            </a:r>
            <a:r>
              <a:rPr sz="4100" spc="-225" dirty="0">
                <a:latin typeface="Tahoma"/>
                <a:cs typeface="Tahoma"/>
              </a:rPr>
              <a:t>K</a:t>
            </a:r>
            <a:r>
              <a:rPr sz="4100" spc="-200" dirty="0">
                <a:latin typeface="Tahoma"/>
                <a:cs typeface="Tahoma"/>
              </a:rPr>
              <a:t>P</a:t>
            </a:r>
            <a:r>
              <a:rPr sz="4100" spc="-85" dirty="0">
                <a:latin typeface="Tahoma"/>
                <a:cs typeface="Tahoma"/>
              </a:rPr>
              <a:t>L</a:t>
            </a:r>
            <a:r>
              <a:rPr sz="4100" spc="75" dirty="0">
                <a:latin typeface="Tahoma"/>
                <a:cs typeface="Tahoma"/>
              </a:rPr>
              <a:t>A</a:t>
            </a:r>
            <a:r>
              <a:rPr sz="4100" spc="-190" dirty="0">
                <a:latin typeface="Tahoma"/>
                <a:cs typeface="Tahoma"/>
              </a:rPr>
              <a:t>N</a:t>
            </a:r>
            <a:endParaRPr sz="41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684683" y="5162963"/>
            <a:ext cx="868044" cy="5111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1390"/>
              </a:lnSpc>
              <a:spcBef>
                <a:spcPts val="100"/>
              </a:spcBef>
            </a:pPr>
            <a:r>
              <a:rPr sz="1450" spc="-240" dirty="0">
                <a:latin typeface="Trebuchet MS"/>
                <a:cs typeface="Trebuchet MS"/>
              </a:rPr>
              <a:t>Write</a:t>
            </a:r>
            <a:r>
              <a:rPr sz="1450" spc="-90" dirty="0">
                <a:latin typeface="Trebuchet MS"/>
                <a:cs typeface="Trebuchet MS"/>
              </a:rPr>
              <a:t> </a:t>
            </a:r>
            <a:r>
              <a:rPr sz="1450" spc="-190" dirty="0">
                <a:latin typeface="Trebuchet MS"/>
                <a:cs typeface="Trebuchet MS"/>
              </a:rPr>
              <a:t>your</a:t>
            </a:r>
            <a:endParaRPr sz="1450">
              <a:latin typeface="Trebuchet MS"/>
              <a:cs typeface="Trebuchet MS"/>
            </a:endParaRPr>
          </a:p>
          <a:p>
            <a:pPr marL="12700" marR="5080" algn="ctr">
              <a:lnSpc>
                <a:spcPct val="59900"/>
              </a:lnSpc>
              <a:spcBef>
                <a:spcPts val="345"/>
              </a:spcBef>
            </a:pPr>
            <a:r>
              <a:rPr sz="1450" spc="-145" dirty="0">
                <a:latin typeface="Trebuchet MS"/>
                <a:cs typeface="Trebuchet MS"/>
              </a:rPr>
              <a:t>f</a:t>
            </a:r>
            <a:r>
              <a:rPr sz="1450" spc="-165" dirty="0">
                <a:latin typeface="Trebuchet MS"/>
                <a:cs typeface="Trebuchet MS"/>
              </a:rPr>
              <a:t>i</a:t>
            </a:r>
            <a:r>
              <a:rPr sz="1450" spc="-145" dirty="0">
                <a:latin typeface="Trebuchet MS"/>
                <a:cs typeface="Trebuchet MS"/>
              </a:rPr>
              <a:t>rst</a:t>
            </a:r>
            <a:r>
              <a:rPr sz="1450" spc="-90" dirty="0">
                <a:latin typeface="Trebuchet MS"/>
                <a:cs typeface="Trebuchet MS"/>
              </a:rPr>
              <a:t> </a:t>
            </a:r>
            <a:r>
              <a:rPr sz="1450" spc="-385" dirty="0">
                <a:latin typeface="Trebuchet MS"/>
                <a:cs typeface="Trebuchet MS"/>
              </a:rPr>
              <a:t>m</a:t>
            </a:r>
            <a:r>
              <a:rPr sz="1450" spc="-165" dirty="0">
                <a:latin typeface="Trebuchet MS"/>
                <a:cs typeface="Trebuchet MS"/>
              </a:rPr>
              <a:t>iles</a:t>
            </a:r>
            <a:r>
              <a:rPr sz="1450" spc="-215" dirty="0">
                <a:latin typeface="Trebuchet MS"/>
                <a:cs typeface="Trebuchet MS"/>
              </a:rPr>
              <a:t>t</a:t>
            </a:r>
            <a:r>
              <a:rPr sz="1450" spc="-260" dirty="0">
                <a:latin typeface="Trebuchet MS"/>
                <a:cs typeface="Trebuchet MS"/>
              </a:rPr>
              <a:t>o</a:t>
            </a:r>
            <a:r>
              <a:rPr sz="1450" spc="-229" dirty="0">
                <a:latin typeface="Trebuchet MS"/>
                <a:cs typeface="Trebuchet MS"/>
              </a:rPr>
              <a:t>n</a:t>
            </a:r>
            <a:r>
              <a:rPr sz="1450" spc="-200" dirty="0">
                <a:latin typeface="Trebuchet MS"/>
                <a:cs typeface="Trebuchet MS"/>
              </a:rPr>
              <a:t>e  </a:t>
            </a:r>
            <a:r>
              <a:rPr sz="1450" spc="-229" dirty="0">
                <a:latin typeface="Trebuchet MS"/>
                <a:cs typeface="Trebuchet MS"/>
              </a:rPr>
              <a:t>here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90918" y="6782229"/>
            <a:ext cx="5018405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400" spc="-50" dirty="0">
                <a:latin typeface="Verdana"/>
                <a:cs typeface="Verdana"/>
              </a:rPr>
              <a:t>A</a:t>
            </a:r>
            <a:r>
              <a:rPr sz="3400" spc="60" dirty="0">
                <a:latin typeface="Verdana"/>
                <a:cs typeface="Verdana"/>
              </a:rPr>
              <a:t>l</a:t>
            </a:r>
            <a:r>
              <a:rPr sz="3400" spc="-250" dirty="0">
                <a:latin typeface="Verdana"/>
                <a:cs typeface="Verdana"/>
              </a:rPr>
              <a:t>g</a:t>
            </a:r>
            <a:r>
              <a:rPr sz="3400" spc="30" dirty="0">
                <a:latin typeface="Verdana"/>
                <a:cs typeface="Verdana"/>
              </a:rPr>
              <a:t>o</a:t>
            </a:r>
            <a:r>
              <a:rPr sz="3400" spc="-45" dirty="0">
                <a:latin typeface="Verdana"/>
                <a:cs typeface="Verdana"/>
              </a:rPr>
              <a:t>r</a:t>
            </a:r>
            <a:r>
              <a:rPr sz="3400" spc="-25" dirty="0">
                <a:latin typeface="Verdana"/>
                <a:cs typeface="Verdana"/>
              </a:rPr>
              <a:t>i</a:t>
            </a:r>
            <a:r>
              <a:rPr sz="3400" spc="45" dirty="0">
                <a:latin typeface="Verdana"/>
                <a:cs typeface="Verdana"/>
              </a:rPr>
              <a:t>t</a:t>
            </a:r>
            <a:r>
              <a:rPr sz="3400" spc="-50" dirty="0">
                <a:latin typeface="Verdana"/>
                <a:cs typeface="Verdana"/>
              </a:rPr>
              <a:t>h</a:t>
            </a:r>
            <a:r>
              <a:rPr sz="3400" spc="-190" dirty="0">
                <a:latin typeface="Verdana"/>
                <a:cs typeface="Verdana"/>
              </a:rPr>
              <a:t>m</a:t>
            </a:r>
            <a:r>
              <a:rPr sz="3400" spc="-365" dirty="0">
                <a:latin typeface="Verdana"/>
                <a:cs typeface="Verdana"/>
              </a:rPr>
              <a:t> </a:t>
            </a:r>
            <a:r>
              <a:rPr sz="3400" spc="-45" dirty="0">
                <a:latin typeface="Verdana"/>
                <a:cs typeface="Verdana"/>
              </a:rPr>
              <a:t>D</a:t>
            </a:r>
            <a:r>
              <a:rPr sz="3400" spc="-80" dirty="0">
                <a:latin typeface="Verdana"/>
                <a:cs typeface="Verdana"/>
              </a:rPr>
              <a:t>eve</a:t>
            </a:r>
            <a:r>
              <a:rPr sz="3400" spc="60" dirty="0">
                <a:latin typeface="Verdana"/>
                <a:cs typeface="Verdana"/>
              </a:rPr>
              <a:t>l</a:t>
            </a:r>
            <a:r>
              <a:rPr sz="3400" spc="30" dirty="0">
                <a:latin typeface="Verdana"/>
                <a:cs typeface="Verdana"/>
              </a:rPr>
              <a:t>o</a:t>
            </a:r>
            <a:r>
              <a:rPr sz="3400" spc="60" dirty="0">
                <a:latin typeface="Verdana"/>
                <a:cs typeface="Verdana"/>
              </a:rPr>
              <a:t>p</a:t>
            </a:r>
            <a:r>
              <a:rPr sz="3400" spc="-195" dirty="0">
                <a:latin typeface="Verdana"/>
                <a:cs typeface="Verdana"/>
              </a:rPr>
              <a:t>m</a:t>
            </a:r>
            <a:r>
              <a:rPr sz="3400" spc="-80" dirty="0">
                <a:latin typeface="Verdana"/>
                <a:cs typeface="Verdana"/>
              </a:rPr>
              <a:t>e</a:t>
            </a:r>
            <a:r>
              <a:rPr sz="3400" spc="-50" dirty="0">
                <a:latin typeface="Verdana"/>
                <a:cs typeface="Verdana"/>
              </a:rPr>
              <a:t>n</a:t>
            </a:r>
            <a:r>
              <a:rPr sz="3400" spc="50" dirty="0">
                <a:latin typeface="Verdana"/>
                <a:cs typeface="Verdana"/>
              </a:rPr>
              <a:t>t</a:t>
            </a:r>
            <a:endParaRPr sz="34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83156" y="5090937"/>
            <a:ext cx="5012055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400" spc="155" dirty="0">
                <a:latin typeface="Verdana"/>
                <a:cs typeface="Verdana"/>
              </a:rPr>
              <a:t>P</a:t>
            </a:r>
            <a:r>
              <a:rPr sz="3400" spc="-155" dirty="0">
                <a:latin typeface="Verdana"/>
                <a:cs typeface="Verdana"/>
              </a:rPr>
              <a:t>a</a:t>
            </a:r>
            <a:r>
              <a:rPr sz="3400" spc="-45" dirty="0">
                <a:latin typeface="Verdana"/>
                <a:cs typeface="Verdana"/>
              </a:rPr>
              <a:t>r</a:t>
            </a:r>
            <a:r>
              <a:rPr sz="3400" spc="-155" dirty="0">
                <a:latin typeface="Verdana"/>
                <a:cs typeface="Verdana"/>
              </a:rPr>
              <a:t>a</a:t>
            </a:r>
            <a:r>
              <a:rPr sz="3400" spc="-195" dirty="0">
                <a:latin typeface="Verdana"/>
                <a:cs typeface="Verdana"/>
              </a:rPr>
              <a:t>m</a:t>
            </a:r>
            <a:r>
              <a:rPr sz="3400" spc="-80" dirty="0">
                <a:latin typeface="Verdana"/>
                <a:cs typeface="Verdana"/>
              </a:rPr>
              <a:t>e</a:t>
            </a:r>
            <a:r>
              <a:rPr sz="3400" spc="45" dirty="0">
                <a:latin typeface="Verdana"/>
                <a:cs typeface="Verdana"/>
              </a:rPr>
              <a:t>t</a:t>
            </a:r>
            <a:r>
              <a:rPr sz="3400" spc="-80" dirty="0">
                <a:latin typeface="Verdana"/>
                <a:cs typeface="Verdana"/>
              </a:rPr>
              <a:t>e</a:t>
            </a:r>
            <a:r>
              <a:rPr sz="3400" spc="-40" dirty="0">
                <a:latin typeface="Verdana"/>
                <a:cs typeface="Verdana"/>
              </a:rPr>
              <a:t>r</a:t>
            </a:r>
            <a:r>
              <a:rPr sz="3400" spc="-365" dirty="0">
                <a:latin typeface="Verdana"/>
                <a:cs typeface="Verdana"/>
              </a:rPr>
              <a:t> </a:t>
            </a:r>
            <a:r>
              <a:rPr sz="3400" spc="-20" dirty="0">
                <a:latin typeface="Verdana"/>
                <a:cs typeface="Verdana"/>
              </a:rPr>
              <a:t>O</a:t>
            </a:r>
            <a:r>
              <a:rPr sz="3400" spc="60" dirty="0">
                <a:latin typeface="Verdana"/>
                <a:cs typeface="Verdana"/>
              </a:rPr>
              <a:t>p</a:t>
            </a:r>
            <a:r>
              <a:rPr sz="3400" spc="45" dirty="0">
                <a:latin typeface="Verdana"/>
                <a:cs typeface="Verdana"/>
              </a:rPr>
              <a:t>t</a:t>
            </a:r>
            <a:r>
              <a:rPr sz="3400" spc="-25" dirty="0">
                <a:latin typeface="Verdana"/>
                <a:cs typeface="Verdana"/>
              </a:rPr>
              <a:t>i</a:t>
            </a:r>
            <a:r>
              <a:rPr sz="3400" spc="-195" dirty="0">
                <a:latin typeface="Verdana"/>
                <a:cs typeface="Verdana"/>
              </a:rPr>
              <a:t>m</a:t>
            </a:r>
            <a:r>
              <a:rPr sz="3400" spc="-25" dirty="0">
                <a:latin typeface="Verdana"/>
                <a:cs typeface="Verdana"/>
              </a:rPr>
              <a:t>i</a:t>
            </a:r>
            <a:r>
              <a:rPr sz="3400" spc="-200" dirty="0">
                <a:latin typeface="Verdana"/>
                <a:cs typeface="Verdana"/>
              </a:rPr>
              <a:t>z</a:t>
            </a:r>
            <a:r>
              <a:rPr sz="3400" spc="-155" dirty="0">
                <a:latin typeface="Verdana"/>
                <a:cs typeface="Verdana"/>
              </a:rPr>
              <a:t>a</a:t>
            </a:r>
            <a:r>
              <a:rPr sz="3400" spc="45" dirty="0">
                <a:latin typeface="Verdana"/>
                <a:cs typeface="Verdana"/>
              </a:rPr>
              <a:t>t</a:t>
            </a:r>
            <a:r>
              <a:rPr sz="3400" spc="-25" dirty="0">
                <a:latin typeface="Verdana"/>
                <a:cs typeface="Verdana"/>
              </a:rPr>
              <a:t>i</a:t>
            </a:r>
            <a:r>
              <a:rPr sz="3400" spc="30" dirty="0">
                <a:latin typeface="Verdana"/>
                <a:cs typeface="Verdana"/>
              </a:rPr>
              <a:t>o</a:t>
            </a:r>
            <a:r>
              <a:rPr sz="3400" spc="-45" dirty="0">
                <a:latin typeface="Verdana"/>
                <a:cs typeface="Verdana"/>
              </a:rPr>
              <a:t>n</a:t>
            </a:r>
            <a:endParaRPr sz="34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640375" y="5616795"/>
            <a:ext cx="5531485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400" spc="-125" dirty="0">
                <a:latin typeface="Verdana"/>
                <a:cs typeface="Verdana"/>
              </a:rPr>
              <a:t>R</a:t>
            </a:r>
            <a:r>
              <a:rPr sz="3400" spc="-80" dirty="0">
                <a:latin typeface="Verdana"/>
                <a:cs typeface="Verdana"/>
              </a:rPr>
              <a:t>e</a:t>
            </a:r>
            <a:r>
              <a:rPr sz="3400" spc="-155" dirty="0">
                <a:latin typeface="Verdana"/>
                <a:cs typeface="Verdana"/>
              </a:rPr>
              <a:t>a</a:t>
            </a:r>
            <a:r>
              <a:rPr sz="3400" spc="60" dirty="0">
                <a:latin typeface="Verdana"/>
                <a:cs typeface="Verdana"/>
              </a:rPr>
              <a:t>l</a:t>
            </a:r>
            <a:r>
              <a:rPr sz="3400" spc="-265" dirty="0">
                <a:latin typeface="Verdana"/>
                <a:cs typeface="Verdana"/>
              </a:rPr>
              <a:t>-</a:t>
            </a:r>
            <a:r>
              <a:rPr sz="3400" spc="45" dirty="0">
                <a:latin typeface="Verdana"/>
                <a:cs typeface="Verdana"/>
              </a:rPr>
              <a:t>t</a:t>
            </a:r>
            <a:r>
              <a:rPr sz="3400" spc="-25" dirty="0">
                <a:latin typeface="Verdana"/>
                <a:cs typeface="Verdana"/>
              </a:rPr>
              <a:t>i</a:t>
            </a:r>
            <a:r>
              <a:rPr sz="3400" spc="-195" dirty="0">
                <a:latin typeface="Verdana"/>
                <a:cs typeface="Verdana"/>
              </a:rPr>
              <a:t>m</a:t>
            </a:r>
            <a:r>
              <a:rPr sz="3400" spc="-75" dirty="0">
                <a:latin typeface="Verdana"/>
                <a:cs typeface="Verdana"/>
              </a:rPr>
              <a:t>e</a:t>
            </a:r>
            <a:r>
              <a:rPr sz="3400" spc="-365" dirty="0">
                <a:latin typeface="Verdana"/>
                <a:cs typeface="Verdana"/>
              </a:rPr>
              <a:t> </a:t>
            </a:r>
            <a:r>
              <a:rPr sz="3400" spc="-45" dirty="0">
                <a:latin typeface="Verdana"/>
                <a:cs typeface="Verdana"/>
              </a:rPr>
              <a:t>D</a:t>
            </a:r>
            <a:r>
              <a:rPr sz="3400" spc="-155" dirty="0">
                <a:latin typeface="Verdana"/>
                <a:cs typeface="Verdana"/>
              </a:rPr>
              <a:t>a</a:t>
            </a:r>
            <a:r>
              <a:rPr sz="3400" spc="45" dirty="0">
                <a:latin typeface="Verdana"/>
                <a:cs typeface="Verdana"/>
              </a:rPr>
              <a:t>t</a:t>
            </a:r>
            <a:r>
              <a:rPr sz="3400" spc="-150" dirty="0">
                <a:latin typeface="Verdana"/>
                <a:cs typeface="Verdana"/>
              </a:rPr>
              <a:t>a</a:t>
            </a:r>
            <a:r>
              <a:rPr sz="3400" spc="-365" dirty="0">
                <a:latin typeface="Verdana"/>
                <a:cs typeface="Verdana"/>
              </a:rPr>
              <a:t> </a:t>
            </a:r>
            <a:r>
              <a:rPr sz="3400" spc="-415" dirty="0">
                <a:latin typeface="Verdana"/>
                <a:cs typeface="Verdana"/>
              </a:rPr>
              <a:t>I</a:t>
            </a:r>
            <a:r>
              <a:rPr sz="3400" spc="-50" dirty="0">
                <a:latin typeface="Verdana"/>
                <a:cs typeface="Verdana"/>
              </a:rPr>
              <a:t>n</a:t>
            </a:r>
            <a:r>
              <a:rPr sz="3400" spc="45" dirty="0">
                <a:latin typeface="Verdana"/>
                <a:cs typeface="Verdana"/>
              </a:rPr>
              <a:t>t</a:t>
            </a:r>
            <a:r>
              <a:rPr sz="3400" spc="-80" dirty="0">
                <a:latin typeface="Verdana"/>
                <a:cs typeface="Verdana"/>
              </a:rPr>
              <a:t>e</a:t>
            </a:r>
            <a:r>
              <a:rPr sz="3400" spc="-250" dirty="0">
                <a:latin typeface="Verdana"/>
                <a:cs typeface="Verdana"/>
              </a:rPr>
              <a:t>g</a:t>
            </a:r>
            <a:r>
              <a:rPr sz="3400" spc="-45" dirty="0">
                <a:latin typeface="Verdana"/>
                <a:cs typeface="Verdana"/>
              </a:rPr>
              <a:t>r</a:t>
            </a:r>
            <a:r>
              <a:rPr sz="3400" spc="-155" dirty="0">
                <a:latin typeface="Verdana"/>
                <a:cs typeface="Verdana"/>
              </a:rPr>
              <a:t>a</a:t>
            </a:r>
            <a:r>
              <a:rPr sz="3400" spc="45" dirty="0">
                <a:latin typeface="Verdana"/>
                <a:cs typeface="Verdana"/>
              </a:rPr>
              <a:t>t</a:t>
            </a:r>
            <a:r>
              <a:rPr sz="3400" spc="-25" dirty="0">
                <a:latin typeface="Verdana"/>
                <a:cs typeface="Verdana"/>
              </a:rPr>
              <a:t>i</a:t>
            </a:r>
            <a:r>
              <a:rPr sz="3400" spc="30" dirty="0">
                <a:latin typeface="Verdana"/>
                <a:cs typeface="Verdana"/>
              </a:rPr>
              <a:t>o</a:t>
            </a:r>
            <a:r>
              <a:rPr sz="3400" spc="-45" dirty="0">
                <a:latin typeface="Verdana"/>
                <a:cs typeface="Verdana"/>
              </a:rPr>
              <a:t>n</a:t>
            </a:r>
            <a:endParaRPr sz="34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858735" y="3813809"/>
            <a:ext cx="6379210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400" spc="5" dirty="0">
                <a:latin typeface="Verdana"/>
                <a:cs typeface="Verdana"/>
              </a:rPr>
              <a:t>U</a:t>
            </a:r>
            <a:r>
              <a:rPr sz="3400" spc="-85" dirty="0">
                <a:latin typeface="Verdana"/>
                <a:cs typeface="Verdana"/>
              </a:rPr>
              <a:t>s</a:t>
            </a:r>
            <a:r>
              <a:rPr sz="3400" spc="-80" dirty="0">
                <a:latin typeface="Verdana"/>
                <a:cs typeface="Verdana"/>
              </a:rPr>
              <a:t>e</a:t>
            </a:r>
            <a:r>
              <a:rPr sz="3400" spc="-40" dirty="0">
                <a:latin typeface="Verdana"/>
                <a:cs typeface="Verdana"/>
              </a:rPr>
              <a:t>r</a:t>
            </a:r>
            <a:r>
              <a:rPr sz="3400" spc="-365" dirty="0">
                <a:latin typeface="Verdana"/>
                <a:cs typeface="Verdana"/>
              </a:rPr>
              <a:t> </a:t>
            </a:r>
            <a:r>
              <a:rPr sz="3400" spc="-105" dirty="0">
                <a:latin typeface="Verdana"/>
                <a:cs typeface="Verdana"/>
              </a:rPr>
              <a:t>E</a:t>
            </a:r>
            <a:r>
              <a:rPr sz="3400" spc="-315" dirty="0">
                <a:latin typeface="Verdana"/>
                <a:cs typeface="Verdana"/>
              </a:rPr>
              <a:t>x</a:t>
            </a:r>
            <a:r>
              <a:rPr sz="3400" spc="60" dirty="0">
                <a:latin typeface="Verdana"/>
                <a:cs typeface="Verdana"/>
              </a:rPr>
              <a:t>p</a:t>
            </a:r>
            <a:r>
              <a:rPr sz="3400" spc="-80" dirty="0">
                <a:latin typeface="Verdana"/>
                <a:cs typeface="Verdana"/>
              </a:rPr>
              <a:t>e</a:t>
            </a:r>
            <a:r>
              <a:rPr sz="3400" spc="-45" dirty="0">
                <a:latin typeface="Verdana"/>
                <a:cs typeface="Verdana"/>
              </a:rPr>
              <a:t>r</a:t>
            </a:r>
            <a:r>
              <a:rPr sz="3400" spc="-25" dirty="0">
                <a:latin typeface="Verdana"/>
                <a:cs typeface="Verdana"/>
              </a:rPr>
              <a:t>i</a:t>
            </a:r>
            <a:r>
              <a:rPr sz="3400" spc="-80" dirty="0">
                <a:latin typeface="Verdana"/>
                <a:cs typeface="Verdana"/>
              </a:rPr>
              <a:t>e</a:t>
            </a:r>
            <a:r>
              <a:rPr sz="3400" spc="-50" dirty="0">
                <a:latin typeface="Verdana"/>
                <a:cs typeface="Verdana"/>
              </a:rPr>
              <a:t>n</a:t>
            </a:r>
            <a:r>
              <a:rPr sz="3400" spc="110" dirty="0">
                <a:latin typeface="Verdana"/>
                <a:cs typeface="Verdana"/>
              </a:rPr>
              <a:t>c</a:t>
            </a:r>
            <a:r>
              <a:rPr sz="3400" spc="-75" dirty="0">
                <a:latin typeface="Verdana"/>
                <a:cs typeface="Verdana"/>
              </a:rPr>
              <a:t>e</a:t>
            </a:r>
            <a:r>
              <a:rPr sz="3400" spc="-365" dirty="0">
                <a:latin typeface="Verdana"/>
                <a:cs typeface="Verdana"/>
              </a:rPr>
              <a:t> </a:t>
            </a:r>
            <a:r>
              <a:rPr sz="3400" spc="-105" dirty="0">
                <a:latin typeface="Verdana"/>
                <a:cs typeface="Verdana"/>
              </a:rPr>
              <a:t>E</a:t>
            </a:r>
            <a:r>
              <a:rPr sz="3400" spc="-50" dirty="0">
                <a:latin typeface="Verdana"/>
                <a:cs typeface="Verdana"/>
              </a:rPr>
              <a:t>nh</a:t>
            </a:r>
            <a:r>
              <a:rPr sz="3400" spc="-155" dirty="0">
                <a:latin typeface="Verdana"/>
                <a:cs typeface="Verdana"/>
              </a:rPr>
              <a:t>a</a:t>
            </a:r>
            <a:r>
              <a:rPr sz="3400" spc="-50" dirty="0">
                <a:latin typeface="Verdana"/>
                <a:cs typeface="Verdana"/>
              </a:rPr>
              <a:t>n</a:t>
            </a:r>
            <a:r>
              <a:rPr sz="3400" spc="110" dirty="0">
                <a:latin typeface="Verdana"/>
                <a:cs typeface="Verdana"/>
              </a:rPr>
              <a:t>c</a:t>
            </a:r>
            <a:r>
              <a:rPr sz="3400" spc="-80" dirty="0">
                <a:latin typeface="Verdana"/>
                <a:cs typeface="Verdana"/>
              </a:rPr>
              <a:t>e</a:t>
            </a:r>
            <a:r>
              <a:rPr sz="3400" spc="-195" dirty="0">
                <a:latin typeface="Verdana"/>
                <a:cs typeface="Verdana"/>
              </a:rPr>
              <a:t>m</a:t>
            </a:r>
            <a:r>
              <a:rPr sz="3400" spc="-80" dirty="0">
                <a:latin typeface="Verdana"/>
                <a:cs typeface="Verdana"/>
              </a:rPr>
              <a:t>e</a:t>
            </a:r>
            <a:r>
              <a:rPr sz="3400" spc="-50" dirty="0">
                <a:latin typeface="Verdana"/>
                <a:cs typeface="Verdana"/>
              </a:rPr>
              <a:t>n</a:t>
            </a:r>
            <a:r>
              <a:rPr sz="3400" spc="50" dirty="0">
                <a:latin typeface="Verdana"/>
                <a:cs typeface="Verdana"/>
              </a:rPr>
              <a:t>t</a:t>
            </a:r>
            <a:endParaRPr sz="34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40091" y="3256912"/>
            <a:ext cx="6495415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400" spc="-250" dirty="0">
                <a:latin typeface="Verdana"/>
                <a:cs typeface="Verdana"/>
              </a:rPr>
              <a:t>S</a:t>
            </a:r>
            <a:r>
              <a:rPr sz="3400" spc="-90" dirty="0">
                <a:latin typeface="Verdana"/>
                <a:cs typeface="Verdana"/>
              </a:rPr>
              <a:t>y</a:t>
            </a:r>
            <a:r>
              <a:rPr sz="3400" spc="-85" dirty="0">
                <a:latin typeface="Verdana"/>
                <a:cs typeface="Verdana"/>
              </a:rPr>
              <a:t>s</a:t>
            </a:r>
            <a:r>
              <a:rPr sz="3400" spc="45" dirty="0">
                <a:latin typeface="Verdana"/>
                <a:cs typeface="Verdana"/>
              </a:rPr>
              <a:t>t</a:t>
            </a:r>
            <a:r>
              <a:rPr sz="3400" spc="-80" dirty="0">
                <a:latin typeface="Verdana"/>
                <a:cs typeface="Verdana"/>
              </a:rPr>
              <a:t>e</a:t>
            </a:r>
            <a:r>
              <a:rPr sz="3400" spc="-190" dirty="0">
                <a:latin typeface="Verdana"/>
                <a:cs typeface="Verdana"/>
              </a:rPr>
              <a:t>m</a:t>
            </a:r>
            <a:r>
              <a:rPr sz="3400" spc="-365" dirty="0">
                <a:latin typeface="Verdana"/>
                <a:cs typeface="Verdana"/>
              </a:rPr>
              <a:t> </a:t>
            </a:r>
            <a:r>
              <a:rPr sz="3400" spc="-415" dirty="0">
                <a:latin typeface="Verdana"/>
                <a:cs typeface="Verdana"/>
              </a:rPr>
              <a:t>I</a:t>
            </a:r>
            <a:r>
              <a:rPr sz="3400" spc="-50" dirty="0">
                <a:latin typeface="Verdana"/>
                <a:cs typeface="Verdana"/>
              </a:rPr>
              <a:t>n</a:t>
            </a:r>
            <a:r>
              <a:rPr sz="3400" spc="45" dirty="0">
                <a:latin typeface="Verdana"/>
                <a:cs typeface="Verdana"/>
              </a:rPr>
              <a:t>t</a:t>
            </a:r>
            <a:r>
              <a:rPr sz="3400" spc="-80" dirty="0">
                <a:latin typeface="Verdana"/>
                <a:cs typeface="Verdana"/>
              </a:rPr>
              <a:t>e</a:t>
            </a:r>
            <a:r>
              <a:rPr sz="3400" spc="-250" dirty="0">
                <a:latin typeface="Verdana"/>
                <a:cs typeface="Verdana"/>
              </a:rPr>
              <a:t>g</a:t>
            </a:r>
            <a:r>
              <a:rPr sz="3400" spc="-45" dirty="0">
                <a:latin typeface="Verdana"/>
                <a:cs typeface="Verdana"/>
              </a:rPr>
              <a:t>r</a:t>
            </a:r>
            <a:r>
              <a:rPr sz="3400" spc="-155" dirty="0">
                <a:latin typeface="Verdana"/>
                <a:cs typeface="Verdana"/>
              </a:rPr>
              <a:t>a</a:t>
            </a:r>
            <a:r>
              <a:rPr sz="3400" spc="45" dirty="0">
                <a:latin typeface="Verdana"/>
                <a:cs typeface="Verdana"/>
              </a:rPr>
              <a:t>t</a:t>
            </a:r>
            <a:r>
              <a:rPr sz="3400" spc="-25" dirty="0">
                <a:latin typeface="Verdana"/>
                <a:cs typeface="Verdana"/>
              </a:rPr>
              <a:t>i</a:t>
            </a:r>
            <a:r>
              <a:rPr sz="3400" spc="30" dirty="0">
                <a:latin typeface="Verdana"/>
                <a:cs typeface="Verdana"/>
              </a:rPr>
              <a:t>o</a:t>
            </a:r>
            <a:r>
              <a:rPr sz="3400" spc="-45" dirty="0">
                <a:latin typeface="Verdana"/>
                <a:cs typeface="Verdana"/>
              </a:rPr>
              <a:t>n</a:t>
            </a:r>
            <a:r>
              <a:rPr sz="3400" spc="-365" dirty="0">
                <a:latin typeface="Verdana"/>
                <a:cs typeface="Verdana"/>
              </a:rPr>
              <a:t> </a:t>
            </a:r>
            <a:r>
              <a:rPr sz="3400" spc="-155" dirty="0">
                <a:latin typeface="Verdana"/>
                <a:cs typeface="Verdana"/>
              </a:rPr>
              <a:t>a</a:t>
            </a:r>
            <a:r>
              <a:rPr sz="3400" spc="-50" dirty="0">
                <a:latin typeface="Verdana"/>
                <a:cs typeface="Verdana"/>
              </a:rPr>
              <a:t>n</a:t>
            </a:r>
            <a:r>
              <a:rPr sz="3400" spc="65" dirty="0">
                <a:latin typeface="Verdana"/>
                <a:cs typeface="Verdana"/>
              </a:rPr>
              <a:t>d</a:t>
            </a:r>
            <a:r>
              <a:rPr sz="3400" spc="-365" dirty="0">
                <a:latin typeface="Verdana"/>
                <a:cs typeface="Verdana"/>
              </a:rPr>
              <a:t> </a:t>
            </a:r>
            <a:r>
              <a:rPr sz="3400" spc="-120" dirty="0">
                <a:latin typeface="Verdana"/>
                <a:cs typeface="Verdana"/>
              </a:rPr>
              <a:t>T</a:t>
            </a:r>
            <a:r>
              <a:rPr sz="3400" spc="-80" dirty="0">
                <a:latin typeface="Verdana"/>
                <a:cs typeface="Verdana"/>
              </a:rPr>
              <a:t>e</a:t>
            </a:r>
            <a:r>
              <a:rPr sz="3400" spc="-85" dirty="0">
                <a:latin typeface="Verdana"/>
                <a:cs typeface="Verdana"/>
              </a:rPr>
              <a:t>s</a:t>
            </a:r>
            <a:r>
              <a:rPr sz="3400" spc="45" dirty="0">
                <a:latin typeface="Verdana"/>
                <a:cs typeface="Verdana"/>
              </a:rPr>
              <a:t>t</a:t>
            </a:r>
            <a:r>
              <a:rPr sz="3400" spc="-25" dirty="0">
                <a:latin typeface="Verdana"/>
                <a:cs typeface="Verdana"/>
              </a:rPr>
              <a:t>i</a:t>
            </a:r>
            <a:r>
              <a:rPr sz="3400" spc="-50" dirty="0">
                <a:latin typeface="Verdana"/>
                <a:cs typeface="Verdana"/>
              </a:rPr>
              <a:t>n</a:t>
            </a:r>
            <a:r>
              <a:rPr sz="3400" spc="-245" dirty="0">
                <a:latin typeface="Verdana"/>
                <a:cs typeface="Verdana"/>
              </a:rPr>
              <a:t>g</a:t>
            </a:r>
            <a:endParaRPr sz="34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347440" y="1938192"/>
            <a:ext cx="6334125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400" spc="-45" dirty="0">
                <a:latin typeface="Verdana"/>
                <a:cs typeface="Verdana"/>
              </a:rPr>
              <a:t>D</a:t>
            </a:r>
            <a:r>
              <a:rPr sz="3400" spc="30" dirty="0">
                <a:latin typeface="Verdana"/>
                <a:cs typeface="Verdana"/>
              </a:rPr>
              <a:t>o</a:t>
            </a:r>
            <a:r>
              <a:rPr sz="3400" spc="110" dirty="0">
                <a:latin typeface="Verdana"/>
                <a:cs typeface="Verdana"/>
              </a:rPr>
              <a:t>c</a:t>
            </a:r>
            <a:r>
              <a:rPr sz="3400" spc="-80" dirty="0">
                <a:latin typeface="Verdana"/>
                <a:cs typeface="Verdana"/>
              </a:rPr>
              <a:t>u</a:t>
            </a:r>
            <a:r>
              <a:rPr sz="3400" spc="-195" dirty="0">
                <a:latin typeface="Verdana"/>
                <a:cs typeface="Verdana"/>
              </a:rPr>
              <a:t>m</a:t>
            </a:r>
            <a:r>
              <a:rPr sz="3400" spc="-80" dirty="0">
                <a:latin typeface="Verdana"/>
                <a:cs typeface="Verdana"/>
              </a:rPr>
              <a:t>e</a:t>
            </a:r>
            <a:r>
              <a:rPr sz="3400" spc="-50" dirty="0">
                <a:latin typeface="Verdana"/>
                <a:cs typeface="Verdana"/>
              </a:rPr>
              <a:t>n</a:t>
            </a:r>
            <a:r>
              <a:rPr sz="3400" spc="45" dirty="0">
                <a:latin typeface="Verdana"/>
                <a:cs typeface="Verdana"/>
              </a:rPr>
              <a:t>t</a:t>
            </a:r>
            <a:r>
              <a:rPr sz="3400" spc="-155" dirty="0">
                <a:latin typeface="Verdana"/>
                <a:cs typeface="Verdana"/>
              </a:rPr>
              <a:t>a</a:t>
            </a:r>
            <a:r>
              <a:rPr sz="3400" spc="45" dirty="0">
                <a:latin typeface="Verdana"/>
                <a:cs typeface="Verdana"/>
              </a:rPr>
              <a:t>t</a:t>
            </a:r>
            <a:r>
              <a:rPr sz="3400" spc="-25" dirty="0">
                <a:latin typeface="Verdana"/>
                <a:cs typeface="Verdana"/>
              </a:rPr>
              <a:t>i</a:t>
            </a:r>
            <a:r>
              <a:rPr sz="3400" spc="30" dirty="0">
                <a:latin typeface="Verdana"/>
                <a:cs typeface="Verdana"/>
              </a:rPr>
              <a:t>o</a:t>
            </a:r>
            <a:r>
              <a:rPr sz="3400" spc="-45" dirty="0">
                <a:latin typeface="Verdana"/>
                <a:cs typeface="Verdana"/>
              </a:rPr>
              <a:t>n</a:t>
            </a:r>
            <a:r>
              <a:rPr sz="3400" spc="-365" dirty="0">
                <a:latin typeface="Verdana"/>
                <a:cs typeface="Verdana"/>
              </a:rPr>
              <a:t> </a:t>
            </a:r>
            <a:r>
              <a:rPr sz="3400" spc="-155" dirty="0">
                <a:latin typeface="Verdana"/>
                <a:cs typeface="Verdana"/>
              </a:rPr>
              <a:t>a</a:t>
            </a:r>
            <a:r>
              <a:rPr sz="3400" spc="-50" dirty="0">
                <a:latin typeface="Verdana"/>
                <a:cs typeface="Verdana"/>
              </a:rPr>
              <a:t>n</a:t>
            </a:r>
            <a:r>
              <a:rPr sz="3400" spc="65" dirty="0">
                <a:latin typeface="Verdana"/>
                <a:cs typeface="Verdana"/>
              </a:rPr>
              <a:t>d</a:t>
            </a:r>
            <a:r>
              <a:rPr sz="3400" spc="-365" dirty="0">
                <a:latin typeface="Verdana"/>
                <a:cs typeface="Verdana"/>
              </a:rPr>
              <a:t> </a:t>
            </a:r>
            <a:r>
              <a:rPr sz="3400" spc="-125" dirty="0">
                <a:latin typeface="Verdana"/>
                <a:cs typeface="Verdana"/>
              </a:rPr>
              <a:t>R</a:t>
            </a:r>
            <a:r>
              <a:rPr sz="3400" spc="-80" dirty="0">
                <a:latin typeface="Verdana"/>
                <a:cs typeface="Verdana"/>
              </a:rPr>
              <a:t>e</a:t>
            </a:r>
            <a:r>
              <a:rPr sz="3400" spc="60" dirty="0">
                <a:latin typeface="Verdana"/>
                <a:cs typeface="Verdana"/>
              </a:rPr>
              <a:t>p</a:t>
            </a:r>
            <a:r>
              <a:rPr sz="3400" spc="30" dirty="0">
                <a:latin typeface="Verdana"/>
                <a:cs typeface="Verdana"/>
              </a:rPr>
              <a:t>o</a:t>
            </a:r>
            <a:r>
              <a:rPr sz="3400" spc="-45" dirty="0">
                <a:latin typeface="Verdana"/>
                <a:cs typeface="Verdana"/>
              </a:rPr>
              <a:t>r</a:t>
            </a:r>
            <a:r>
              <a:rPr sz="3400" spc="45" dirty="0">
                <a:latin typeface="Verdana"/>
                <a:cs typeface="Verdana"/>
              </a:rPr>
              <a:t>t</a:t>
            </a:r>
            <a:r>
              <a:rPr sz="3400" spc="-25" dirty="0">
                <a:latin typeface="Verdana"/>
                <a:cs typeface="Verdana"/>
              </a:rPr>
              <a:t>i</a:t>
            </a:r>
            <a:r>
              <a:rPr sz="3400" spc="-50" dirty="0">
                <a:latin typeface="Verdana"/>
                <a:cs typeface="Verdana"/>
              </a:rPr>
              <a:t>n</a:t>
            </a:r>
            <a:r>
              <a:rPr sz="3400" spc="-245" dirty="0">
                <a:latin typeface="Verdana"/>
                <a:cs typeface="Verdana"/>
              </a:rPr>
              <a:t>g</a:t>
            </a:r>
            <a:endParaRPr sz="3400">
              <a:latin typeface="Verdana"/>
              <a:cs typeface="Verdana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770625" y="9540016"/>
            <a:ext cx="16230600" cy="248920"/>
            <a:chOff x="770625" y="9540016"/>
            <a:chExt cx="16230600" cy="248920"/>
          </a:xfrm>
        </p:grpSpPr>
        <p:sp>
          <p:nvSpPr>
            <p:cNvPr id="12" name="object 12"/>
            <p:cNvSpPr/>
            <p:nvPr/>
          </p:nvSpPr>
          <p:spPr>
            <a:xfrm>
              <a:off x="770625" y="9697575"/>
              <a:ext cx="16230600" cy="0"/>
            </a:xfrm>
            <a:custGeom>
              <a:avLst/>
              <a:gdLst/>
              <a:ahLst/>
              <a:cxnLst/>
              <a:rect l="l" t="t" r="r" b="b"/>
              <a:pathLst>
                <a:path w="16230600">
                  <a:moveTo>
                    <a:pt x="0" y="0"/>
                  </a:moveTo>
                  <a:lnTo>
                    <a:pt x="16230598" y="0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0442508" y="9540016"/>
              <a:ext cx="962025" cy="248920"/>
            </a:xfrm>
            <a:custGeom>
              <a:avLst/>
              <a:gdLst/>
              <a:ahLst/>
              <a:cxnLst/>
              <a:rect l="l" t="t" r="r" b="b"/>
              <a:pathLst>
                <a:path w="962025" h="248920">
                  <a:moveTo>
                    <a:pt x="961994" y="248758"/>
                  </a:moveTo>
                  <a:lnTo>
                    <a:pt x="0" y="248758"/>
                  </a:lnTo>
                  <a:lnTo>
                    <a:pt x="0" y="0"/>
                  </a:lnTo>
                  <a:lnTo>
                    <a:pt x="961994" y="0"/>
                  </a:lnTo>
                  <a:lnTo>
                    <a:pt x="961994" y="24875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10801808" y="563690"/>
            <a:ext cx="6460490" cy="14617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30480" algn="r">
              <a:lnSpc>
                <a:spcPct val="100000"/>
              </a:lnSpc>
              <a:spcBef>
                <a:spcPts val="100"/>
              </a:spcBef>
            </a:pPr>
            <a:r>
              <a:rPr sz="2800" spc="114" dirty="0">
                <a:solidFill>
                  <a:srgbClr val="FFFFFF"/>
                </a:solidFill>
                <a:latin typeface="Verdana"/>
                <a:cs typeface="Verdana"/>
              </a:rPr>
              <a:t>Page</a:t>
            </a:r>
            <a:r>
              <a:rPr sz="2800" spc="2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5700" b="1" spc="-127" baseline="-6578" dirty="0">
                <a:solidFill>
                  <a:srgbClr val="0986DE"/>
                </a:solidFill>
                <a:latin typeface="Trebuchet MS"/>
                <a:cs typeface="Trebuchet MS"/>
              </a:rPr>
              <a:t>13</a:t>
            </a:r>
            <a:endParaRPr sz="5700" baseline="-6578">
              <a:latin typeface="Trebuchet MS"/>
              <a:cs typeface="Trebuchet MS"/>
            </a:endParaRPr>
          </a:p>
          <a:p>
            <a:pPr marR="150495" algn="r">
              <a:lnSpc>
                <a:spcPct val="100000"/>
              </a:lnSpc>
              <a:spcBef>
                <a:spcPts val="2665"/>
              </a:spcBef>
            </a:pPr>
            <a:r>
              <a:rPr sz="3400" spc="-35" dirty="0">
                <a:latin typeface="Verdana"/>
                <a:cs typeface="Verdana"/>
              </a:rPr>
              <a:t>F</a:t>
            </a:r>
            <a:r>
              <a:rPr sz="3400" spc="-25" dirty="0">
                <a:latin typeface="Verdana"/>
                <a:cs typeface="Verdana"/>
              </a:rPr>
              <a:t>i</a:t>
            </a:r>
            <a:r>
              <a:rPr sz="3400" spc="-50" dirty="0">
                <a:latin typeface="Verdana"/>
                <a:cs typeface="Verdana"/>
              </a:rPr>
              <a:t>n</a:t>
            </a:r>
            <a:r>
              <a:rPr sz="3400" spc="-155" dirty="0">
                <a:latin typeface="Verdana"/>
                <a:cs typeface="Verdana"/>
              </a:rPr>
              <a:t>a</a:t>
            </a:r>
            <a:r>
              <a:rPr sz="3400" spc="60" dirty="0">
                <a:latin typeface="Verdana"/>
                <a:cs typeface="Verdana"/>
              </a:rPr>
              <a:t>l</a:t>
            </a:r>
            <a:r>
              <a:rPr sz="3400" spc="-365" dirty="0">
                <a:latin typeface="Verdana"/>
                <a:cs typeface="Verdana"/>
              </a:rPr>
              <a:t> </a:t>
            </a:r>
            <a:r>
              <a:rPr sz="3400" spc="-125" dirty="0">
                <a:latin typeface="Verdana"/>
                <a:cs typeface="Verdana"/>
              </a:rPr>
              <a:t>R</a:t>
            </a:r>
            <a:r>
              <a:rPr sz="3400" spc="-80" dirty="0">
                <a:latin typeface="Verdana"/>
                <a:cs typeface="Verdana"/>
              </a:rPr>
              <a:t>ev</a:t>
            </a:r>
            <a:r>
              <a:rPr sz="3400" spc="-25" dirty="0">
                <a:latin typeface="Verdana"/>
                <a:cs typeface="Verdana"/>
              </a:rPr>
              <a:t>i</a:t>
            </a:r>
            <a:r>
              <a:rPr sz="3400" spc="-80" dirty="0">
                <a:latin typeface="Verdana"/>
                <a:cs typeface="Verdana"/>
              </a:rPr>
              <a:t>e</a:t>
            </a:r>
            <a:r>
              <a:rPr sz="3400" spc="-114" dirty="0">
                <a:latin typeface="Verdana"/>
                <a:cs typeface="Verdana"/>
              </a:rPr>
              <a:t>w</a:t>
            </a:r>
            <a:r>
              <a:rPr sz="3400" spc="-365" dirty="0">
                <a:latin typeface="Verdana"/>
                <a:cs typeface="Verdana"/>
              </a:rPr>
              <a:t> </a:t>
            </a:r>
            <a:r>
              <a:rPr sz="3400" spc="-155" dirty="0">
                <a:latin typeface="Verdana"/>
                <a:cs typeface="Verdana"/>
              </a:rPr>
              <a:t>a</a:t>
            </a:r>
            <a:r>
              <a:rPr sz="3400" spc="-50" dirty="0">
                <a:latin typeface="Verdana"/>
                <a:cs typeface="Verdana"/>
              </a:rPr>
              <a:t>n</a:t>
            </a:r>
            <a:r>
              <a:rPr sz="3400" spc="65" dirty="0">
                <a:latin typeface="Verdana"/>
                <a:cs typeface="Verdana"/>
              </a:rPr>
              <a:t>d</a:t>
            </a:r>
            <a:r>
              <a:rPr sz="3400" spc="-365" dirty="0">
                <a:latin typeface="Verdana"/>
                <a:cs typeface="Verdana"/>
              </a:rPr>
              <a:t> </a:t>
            </a:r>
            <a:r>
              <a:rPr sz="3400" spc="155" dirty="0">
                <a:latin typeface="Verdana"/>
                <a:cs typeface="Verdana"/>
              </a:rPr>
              <a:t>P</a:t>
            </a:r>
            <a:r>
              <a:rPr sz="3400" spc="-45" dirty="0">
                <a:latin typeface="Verdana"/>
                <a:cs typeface="Verdana"/>
              </a:rPr>
              <a:t>r</a:t>
            </a:r>
            <a:r>
              <a:rPr sz="3400" spc="-80" dirty="0">
                <a:latin typeface="Verdana"/>
                <a:cs typeface="Verdana"/>
              </a:rPr>
              <a:t>e</a:t>
            </a:r>
            <a:r>
              <a:rPr sz="3400" spc="-85" dirty="0">
                <a:latin typeface="Verdana"/>
                <a:cs typeface="Verdana"/>
              </a:rPr>
              <a:t>s</a:t>
            </a:r>
            <a:r>
              <a:rPr sz="3400" spc="-80" dirty="0">
                <a:latin typeface="Verdana"/>
                <a:cs typeface="Verdana"/>
              </a:rPr>
              <a:t>e</a:t>
            </a:r>
            <a:r>
              <a:rPr sz="3400" spc="-50" dirty="0">
                <a:latin typeface="Verdana"/>
                <a:cs typeface="Verdana"/>
              </a:rPr>
              <a:t>n</a:t>
            </a:r>
            <a:r>
              <a:rPr sz="3400" spc="45" dirty="0">
                <a:latin typeface="Verdana"/>
                <a:cs typeface="Verdana"/>
              </a:rPr>
              <a:t>t</a:t>
            </a:r>
            <a:r>
              <a:rPr sz="3400" spc="-155" dirty="0">
                <a:latin typeface="Verdana"/>
                <a:cs typeface="Verdana"/>
              </a:rPr>
              <a:t>a</a:t>
            </a:r>
            <a:r>
              <a:rPr sz="3400" spc="45" dirty="0">
                <a:latin typeface="Verdana"/>
                <a:cs typeface="Verdana"/>
              </a:rPr>
              <a:t>t</a:t>
            </a:r>
            <a:r>
              <a:rPr sz="3400" spc="-25" dirty="0">
                <a:latin typeface="Verdana"/>
                <a:cs typeface="Verdana"/>
              </a:rPr>
              <a:t>i</a:t>
            </a:r>
            <a:r>
              <a:rPr sz="3400" spc="30" dirty="0">
                <a:latin typeface="Verdana"/>
                <a:cs typeface="Verdana"/>
              </a:rPr>
              <a:t>o</a:t>
            </a:r>
            <a:r>
              <a:rPr sz="3400" spc="-45" dirty="0">
                <a:latin typeface="Verdana"/>
                <a:cs typeface="Verdana"/>
              </a:rPr>
              <a:t>n</a:t>
            </a:r>
            <a:endParaRPr sz="34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58775" rIns="0" bIns="0" rtlCol="0">
            <a:spAutoFit/>
          </a:bodyPr>
          <a:lstStyle/>
          <a:p>
            <a:pPr marL="935355" marR="5080" indent="-923290">
              <a:lnSpc>
                <a:spcPts val="14069"/>
              </a:lnSpc>
              <a:spcBef>
                <a:spcPts val="2825"/>
              </a:spcBef>
            </a:pPr>
            <a:r>
              <a:rPr spc="180" dirty="0"/>
              <a:t>T</a:t>
            </a:r>
            <a:r>
              <a:rPr spc="940" dirty="0"/>
              <a:t>H</a:t>
            </a:r>
            <a:r>
              <a:rPr spc="540" dirty="0"/>
              <a:t>A</a:t>
            </a:r>
            <a:r>
              <a:rPr spc="1225" dirty="0"/>
              <a:t>N</a:t>
            </a:r>
            <a:r>
              <a:rPr spc="670" dirty="0"/>
              <a:t>K  </a:t>
            </a:r>
            <a:r>
              <a:rPr spc="315" dirty="0"/>
              <a:t>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944</Words>
  <Application>Microsoft Office PowerPoint</Application>
  <PresentationFormat>Custom</PresentationFormat>
  <Paragraphs>127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STOCK PRECISION  PRO</vt:lpstr>
      <vt:lpstr>OVERVIEW</vt:lpstr>
      <vt:lpstr>NEED ANALYSIS</vt:lpstr>
      <vt:lpstr>LITERATURE SURVEY</vt:lpstr>
      <vt:lpstr>OBJECTIVES</vt:lpstr>
      <vt:lpstr>Page 06</vt:lpstr>
      <vt:lpstr>Page 07</vt:lpstr>
      <vt:lpstr>Page 08</vt:lpstr>
      <vt:lpstr>Page 09</vt:lpstr>
      <vt:lpstr>METHODOLOGY</vt:lpstr>
      <vt:lpstr>Page 11</vt:lpstr>
      <vt:lpstr>Page 12</vt:lpstr>
      <vt:lpstr>WORKPLAN</vt:lpstr>
      <vt:lpstr>THANK  YOU!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STOCK PRECISION PRO</dc:title>
  <dc:creator>Madhusudan bishnoi</dc:creator>
  <cp:keywords>DAF-SJPifRQ,BAEaDv7bCeU</cp:keywords>
  <cp:lastModifiedBy>91623</cp:lastModifiedBy>
  <cp:revision>1</cp:revision>
  <dcterms:created xsi:type="dcterms:W3CDTF">2024-03-02T04:29:42Z</dcterms:created>
  <dcterms:modified xsi:type="dcterms:W3CDTF">2024-03-02T04:32:05Z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2024-03-02T00:00:00Z</vt:filetime>
  </property>
  <property fmtid="{D5CDD505-2E9C-101B-9397-08002B2CF9AE}" pid="3" name="Creator">
    <vt:lpwstr>Canva</vt:lpwstr>
  </property>
  <property fmtid="{D5CDD505-2E9C-101B-9397-08002B2CF9AE}" pid="4" name="LastSaved">
    <vt:filetime>2024-03-02T00:00:00Z</vt:filetime>
  </property>
</Properties>
</file>